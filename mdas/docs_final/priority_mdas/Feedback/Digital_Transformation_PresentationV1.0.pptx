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1136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4" Type="http://schemas.openxmlformats.org/officeDocument/2006/relationships/image" Target="../media/image2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3.svg"/><Relationship Id="rId4" Type="http://schemas.openxmlformats.org/officeDocument/2006/relationships/image" Target="../media/image28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ata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4" Type="http://schemas.openxmlformats.org/officeDocument/2006/relationships/image" Target="../media/image2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3.svg"/><Relationship Id="rId4" Type="http://schemas.openxmlformats.org/officeDocument/2006/relationships/image" Target="../media/image28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rawing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62E430-03F9-46CD-8134-020B42E1A94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66DCC5B-A60A-41F8-A0FE-91487639705E}">
      <dgm:prSet/>
      <dgm:spPr/>
      <dgm:t>
        <a:bodyPr/>
        <a:lstStyle/>
        <a:p>
          <a:pPr>
            <a:defRPr cap="all"/>
          </a:pPr>
          <a:r>
            <a:rPr lang="en-US"/>
            <a:t>Kenya at a digital transformation inflection point</a:t>
          </a:r>
        </a:p>
      </dgm:t>
    </dgm:pt>
    <dgm:pt modelId="{7A8472B6-53C7-4B44-B7EF-B8B5FE0B352C}" type="parTrans" cxnId="{20787C25-91A7-48FC-A395-D5029DEFD53F}">
      <dgm:prSet/>
      <dgm:spPr/>
      <dgm:t>
        <a:bodyPr/>
        <a:lstStyle/>
        <a:p>
          <a:endParaRPr lang="en-US"/>
        </a:p>
      </dgm:t>
    </dgm:pt>
    <dgm:pt modelId="{A2588F60-3AE8-4C6A-9B54-C1E291C318AE}" type="sibTrans" cxnId="{20787C25-91A7-48FC-A395-D5029DEFD53F}">
      <dgm:prSet/>
      <dgm:spPr/>
      <dgm:t>
        <a:bodyPr/>
        <a:lstStyle/>
        <a:p>
          <a:endParaRPr lang="en-US"/>
        </a:p>
      </dgm:t>
    </dgm:pt>
    <dgm:pt modelId="{C06E245A-E9FD-4061-A17B-3AD01E7A5767}">
      <dgm:prSet/>
      <dgm:spPr/>
      <dgm:t>
        <a:bodyPr/>
        <a:lstStyle/>
        <a:p>
          <a:pPr>
            <a:defRPr cap="all"/>
          </a:pPr>
          <a:r>
            <a:rPr lang="en-US"/>
            <a:t>Fragmentation limiting impact of investments</a:t>
          </a:r>
        </a:p>
      </dgm:t>
    </dgm:pt>
    <dgm:pt modelId="{9213D1CB-E43D-417F-A660-967264B5495B}" type="parTrans" cxnId="{49B92B4E-3F0B-4C66-9689-C34B5F2DD09D}">
      <dgm:prSet/>
      <dgm:spPr/>
      <dgm:t>
        <a:bodyPr/>
        <a:lstStyle/>
        <a:p>
          <a:endParaRPr lang="en-US"/>
        </a:p>
      </dgm:t>
    </dgm:pt>
    <dgm:pt modelId="{9C1E2F43-C191-4895-8651-A85E99BE0B25}" type="sibTrans" cxnId="{49B92B4E-3F0B-4C66-9689-C34B5F2DD09D}">
      <dgm:prSet/>
      <dgm:spPr/>
      <dgm:t>
        <a:bodyPr/>
        <a:lstStyle/>
        <a:p>
          <a:endParaRPr lang="en-US"/>
        </a:p>
      </dgm:t>
    </dgm:pt>
    <dgm:pt modelId="{252D0803-7A42-4B47-A077-CDC1E7724D9B}">
      <dgm:prSet/>
      <dgm:spPr/>
      <dgm:t>
        <a:bodyPr/>
        <a:lstStyle/>
        <a:p>
          <a:pPr>
            <a:defRPr cap="all"/>
          </a:pPr>
          <a:r>
            <a:rPr lang="en-US"/>
            <a:t>Proposed shift to Whole-of-Government model</a:t>
          </a:r>
        </a:p>
      </dgm:t>
    </dgm:pt>
    <dgm:pt modelId="{F2E86466-D61D-4D3D-AA61-F7FEDEDA1110}" type="parTrans" cxnId="{2D8E28A8-14E3-463C-AD1D-13AE8E878D79}">
      <dgm:prSet/>
      <dgm:spPr/>
      <dgm:t>
        <a:bodyPr/>
        <a:lstStyle/>
        <a:p>
          <a:endParaRPr lang="en-US"/>
        </a:p>
      </dgm:t>
    </dgm:pt>
    <dgm:pt modelId="{D7522F69-F6D1-4B99-B6C8-2A907EFCBC10}" type="sibTrans" cxnId="{2D8E28A8-14E3-463C-AD1D-13AE8E878D79}">
      <dgm:prSet/>
      <dgm:spPr/>
      <dgm:t>
        <a:bodyPr/>
        <a:lstStyle/>
        <a:p>
          <a:endParaRPr lang="en-US"/>
        </a:p>
      </dgm:t>
    </dgm:pt>
    <dgm:pt modelId="{8608D634-499A-46C1-AC51-D9AA0BADA5B6}" type="pres">
      <dgm:prSet presAssocID="{9D62E430-03F9-46CD-8134-020B42E1A945}" presName="root" presStyleCnt="0">
        <dgm:presLayoutVars>
          <dgm:dir/>
          <dgm:resizeHandles val="exact"/>
        </dgm:presLayoutVars>
      </dgm:prSet>
      <dgm:spPr/>
    </dgm:pt>
    <dgm:pt modelId="{57D5B0EF-462B-421F-B185-2D916F4FEFF9}" type="pres">
      <dgm:prSet presAssocID="{166DCC5B-A60A-41F8-A0FE-91487639705E}" presName="compNode" presStyleCnt="0"/>
      <dgm:spPr/>
    </dgm:pt>
    <dgm:pt modelId="{72F5A004-7AC3-470D-99F7-907483B08B8F}" type="pres">
      <dgm:prSet presAssocID="{166DCC5B-A60A-41F8-A0FE-91487639705E}" presName="iconBgRect" presStyleLbl="bgShp" presStyleIdx="0" presStyleCnt="3"/>
      <dgm:spPr/>
    </dgm:pt>
    <dgm:pt modelId="{D2DD1325-F2B2-4BA7-941B-88AEA29788A5}" type="pres">
      <dgm:prSet presAssocID="{166DCC5B-A60A-41F8-A0FE-91487639705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14E3C0-4355-4231-9AE5-263BAC34B060}" type="pres">
      <dgm:prSet presAssocID="{166DCC5B-A60A-41F8-A0FE-91487639705E}" presName="spaceRect" presStyleCnt="0"/>
      <dgm:spPr/>
    </dgm:pt>
    <dgm:pt modelId="{8A0258E3-07E2-4F86-9565-BED70328872A}" type="pres">
      <dgm:prSet presAssocID="{166DCC5B-A60A-41F8-A0FE-91487639705E}" presName="textRect" presStyleLbl="revTx" presStyleIdx="0" presStyleCnt="3">
        <dgm:presLayoutVars>
          <dgm:chMax val="1"/>
          <dgm:chPref val="1"/>
        </dgm:presLayoutVars>
      </dgm:prSet>
      <dgm:spPr/>
    </dgm:pt>
    <dgm:pt modelId="{C848E6E2-EC83-4C6A-8ED5-C2A0686FB484}" type="pres">
      <dgm:prSet presAssocID="{A2588F60-3AE8-4C6A-9B54-C1E291C318AE}" presName="sibTrans" presStyleCnt="0"/>
      <dgm:spPr/>
    </dgm:pt>
    <dgm:pt modelId="{3C2850D4-2D16-4049-B536-C61D782FA099}" type="pres">
      <dgm:prSet presAssocID="{C06E245A-E9FD-4061-A17B-3AD01E7A5767}" presName="compNode" presStyleCnt="0"/>
      <dgm:spPr/>
    </dgm:pt>
    <dgm:pt modelId="{1A68243A-E2D3-404F-97A9-956BF0B684D4}" type="pres">
      <dgm:prSet presAssocID="{C06E245A-E9FD-4061-A17B-3AD01E7A5767}" presName="iconBgRect" presStyleLbl="bgShp" presStyleIdx="1" presStyleCnt="3"/>
      <dgm:spPr/>
    </dgm:pt>
    <dgm:pt modelId="{43FAD04B-6A34-483F-B3EB-E27446676946}" type="pres">
      <dgm:prSet presAssocID="{C06E245A-E9FD-4061-A17B-3AD01E7A576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A6C9589-6466-4292-B662-18366B690B48}" type="pres">
      <dgm:prSet presAssocID="{C06E245A-E9FD-4061-A17B-3AD01E7A5767}" presName="spaceRect" presStyleCnt="0"/>
      <dgm:spPr/>
    </dgm:pt>
    <dgm:pt modelId="{794C64EB-0318-46EC-A92F-7249C668079F}" type="pres">
      <dgm:prSet presAssocID="{C06E245A-E9FD-4061-A17B-3AD01E7A5767}" presName="textRect" presStyleLbl="revTx" presStyleIdx="1" presStyleCnt="3">
        <dgm:presLayoutVars>
          <dgm:chMax val="1"/>
          <dgm:chPref val="1"/>
        </dgm:presLayoutVars>
      </dgm:prSet>
      <dgm:spPr/>
    </dgm:pt>
    <dgm:pt modelId="{AC33D078-A0E0-471A-8B06-3962B61941DE}" type="pres">
      <dgm:prSet presAssocID="{9C1E2F43-C191-4895-8651-A85E99BE0B25}" presName="sibTrans" presStyleCnt="0"/>
      <dgm:spPr/>
    </dgm:pt>
    <dgm:pt modelId="{0A33200E-6BE4-4925-A6A6-DB4F8988F7A5}" type="pres">
      <dgm:prSet presAssocID="{252D0803-7A42-4B47-A077-CDC1E7724D9B}" presName="compNode" presStyleCnt="0"/>
      <dgm:spPr/>
    </dgm:pt>
    <dgm:pt modelId="{E5775FC4-8097-4D1D-BC25-1948997EFEB3}" type="pres">
      <dgm:prSet presAssocID="{252D0803-7A42-4B47-A077-CDC1E7724D9B}" presName="iconBgRect" presStyleLbl="bgShp" presStyleIdx="2" presStyleCnt="3"/>
      <dgm:spPr/>
    </dgm:pt>
    <dgm:pt modelId="{09C21FF7-C1FF-4736-8A70-1B934D48E171}" type="pres">
      <dgm:prSet presAssocID="{252D0803-7A42-4B47-A077-CDC1E7724D9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93D7304A-C3EC-49DC-89CA-35F73C85CC81}" type="pres">
      <dgm:prSet presAssocID="{252D0803-7A42-4B47-A077-CDC1E7724D9B}" presName="spaceRect" presStyleCnt="0"/>
      <dgm:spPr/>
    </dgm:pt>
    <dgm:pt modelId="{EE1B5BAB-F78F-4BBC-9F29-323A150E282D}" type="pres">
      <dgm:prSet presAssocID="{252D0803-7A42-4B47-A077-CDC1E7724D9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0787C25-91A7-48FC-A395-D5029DEFD53F}" srcId="{9D62E430-03F9-46CD-8134-020B42E1A945}" destId="{166DCC5B-A60A-41F8-A0FE-91487639705E}" srcOrd="0" destOrd="0" parTransId="{7A8472B6-53C7-4B44-B7EF-B8B5FE0B352C}" sibTransId="{A2588F60-3AE8-4C6A-9B54-C1E291C318AE}"/>
    <dgm:cxn modelId="{49B92B4E-3F0B-4C66-9689-C34B5F2DD09D}" srcId="{9D62E430-03F9-46CD-8134-020B42E1A945}" destId="{C06E245A-E9FD-4061-A17B-3AD01E7A5767}" srcOrd="1" destOrd="0" parTransId="{9213D1CB-E43D-417F-A660-967264B5495B}" sibTransId="{9C1E2F43-C191-4895-8651-A85E99BE0B25}"/>
    <dgm:cxn modelId="{EC9AFD59-067B-4DB6-A669-82D80FA9AF41}" type="presOf" srcId="{252D0803-7A42-4B47-A077-CDC1E7724D9B}" destId="{EE1B5BAB-F78F-4BBC-9F29-323A150E282D}" srcOrd="0" destOrd="0" presId="urn:microsoft.com/office/officeart/2018/5/layout/IconCircleLabelList"/>
    <dgm:cxn modelId="{1EFAAA6A-78F5-42EB-B76A-E1F84E56C92A}" type="presOf" srcId="{166DCC5B-A60A-41F8-A0FE-91487639705E}" destId="{8A0258E3-07E2-4F86-9565-BED70328872A}" srcOrd="0" destOrd="0" presId="urn:microsoft.com/office/officeart/2018/5/layout/IconCircleLabelList"/>
    <dgm:cxn modelId="{9449076B-BA25-40B5-8860-B964387CAD73}" type="presOf" srcId="{9D62E430-03F9-46CD-8134-020B42E1A945}" destId="{8608D634-499A-46C1-AC51-D9AA0BADA5B6}" srcOrd="0" destOrd="0" presId="urn:microsoft.com/office/officeart/2018/5/layout/IconCircleLabelList"/>
    <dgm:cxn modelId="{2D8E28A8-14E3-463C-AD1D-13AE8E878D79}" srcId="{9D62E430-03F9-46CD-8134-020B42E1A945}" destId="{252D0803-7A42-4B47-A077-CDC1E7724D9B}" srcOrd="2" destOrd="0" parTransId="{F2E86466-D61D-4D3D-AA61-F7FEDEDA1110}" sibTransId="{D7522F69-F6D1-4B99-B6C8-2A907EFCBC10}"/>
    <dgm:cxn modelId="{90D8F3BC-5526-40DD-8B6F-76A7CC89CC38}" type="presOf" srcId="{C06E245A-E9FD-4061-A17B-3AD01E7A5767}" destId="{794C64EB-0318-46EC-A92F-7249C668079F}" srcOrd="0" destOrd="0" presId="urn:microsoft.com/office/officeart/2018/5/layout/IconCircleLabelList"/>
    <dgm:cxn modelId="{3FE4ACBD-25B3-4EC7-A30D-7B2387DDFC59}" type="presParOf" srcId="{8608D634-499A-46C1-AC51-D9AA0BADA5B6}" destId="{57D5B0EF-462B-421F-B185-2D916F4FEFF9}" srcOrd="0" destOrd="0" presId="urn:microsoft.com/office/officeart/2018/5/layout/IconCircleLabelList"/>
    <dgm:cxn modelId="{924FB717-7009-4813-AC97-673E43D179BF}" type="presParOf" srcId="{57D5B0EF-462B-421F-B185-2D916F4FEFF9}" destId="{72F5A004-7AC3-470D-99F7-907483B08B8F}" srcOrd="0" destOrd="0" presId="urn:microsoft.com/office/officeart/2018/5/layout/IconCircleLabelList"/>
    <dgm:cxn modelId="{21633AB3-FCE7-42F4-890D-7E31982EC8BF}" type="presParOf" srcId="{57D5B0EF-462B-421F-B185-2D916F4FEFF9}" destId="{D2DD1325-F2B2-4BA7-941B-88AEA29788A5}" srcOrd="1" destOrd="0" presId="urn:microsoft.com/office/officeart/2018/5/layout/IconCircleLabelList"/>
    <dgm:cxn modelId="{315664C0-E775-4696-903A-7C7E7D64D9CF}" type="presParOf" srcId="{57D5B0EF-462B-421F-B185-2D916F4FEFF9}" destId="{7A14E3C0-4355-4231-9AE5-263BAC34B060}" srcOrd="2" destOrd="0" presId="urn:microsoft.com/office/officeart/2018/5/layout/IconCircleLabelList"/>
    <dgm:cxn modelId="{C03EAB7E-791E-4AA1-8FBE-D0E1BE9F6599}" type="presParOf" srcId="{57D5B0EF-462B-421F-B185-2D916F4FEFF9}" destId="{8A0258E3-07E2-4F86-9565-BED70328872A}" srcOrd="3" destOrd="0" presId="urn:microsoft.com/office/officeart/2018/5/layout/IconCircleLabelList"/>
    <dgm:cxn modelId="{17D50686-D064-4C37-AA35-87282281764E}" type="presParOf" srcId="{8608D634-499A-46C1-AC51-D9AA0BADA5B6}" destId="{C848E6E2-EC83-4C6A-8ED5-C2A0686FB484}" srcOrd="1" destOrd="0" presId="urn:microsoft.com/office/officeart/2018/5/layout/IconCircleLabelList"/>
    <dgm:cxn modelId="{7CEDAB02-1841-40EB-8109-B47A716DC686}" type="presParOf" srcId="{8608D634-499A-46C1-AC51-D9AA0BADA5B6}" destId="{3C2850D4-2D16-4049-B536-C61D782FA099}" srcOrd="2" destOrd="0" presId="urn:microsoft.com/office/officeart/2018/5/layout/IconCircleLabelList"/>
    <dgm:cxn modelId="{8D58A91D-E928-47F8-923E-FA2830B429CB}" type="presParOf" srcId="{3C2850D4-2D16-4049-B536-C61D782FA099}" destId="{1A68243A-E2D3-404F-97A9-956BF0B684D4}" srcOrd="0" destOrd="0" presId="urn:microsoft.com/office/officeart/2018/5/layout/IconCircleLabelList"/>
    <dgm:cxn modelId="{74BB11B4-8526-4A8F-A499-F5E63BD8CBA7}" type="presParOf" srcId="{3C2850D4-2D16-4049-B536-C61D782FA099}" destId="{43FAD04B-6A34-483F-B3EB-E27446676946}" srcOrd="1" destOrd="0" presId="urn:microsoft.com/office/officeart/2018/5/layout/IconCircleLabelList"/>
    <dgm:cxn modelId="{46C2939B-74AD-4FCF-859C-DD4B845C5F3C}" type="presParOf" srcId="{3C2850D4-2D16-4049-B536-C61D782FA099}" destId="{8A6C9589-6466-4292-B662-18366B690B48}" srcOrd="2" destOrd="0" presId="urn:microsoft.com/office/officeart/2018/5/layout/IconCircleLabelList"/>
    <dgm:cxn modelId="{2CF0BE32-C1D9-443F-8B27-4DA6DFB22821}" type="presParOf" srcId="{3C2850D4-2D16-4049-B536-C61D782FA099}" destId="{794C64EB-0318-46EC-A92F-7249C668079F}" srcOrd="3" destOrd="0" presId="urn:microsoft.com/office/officeart/2018/5/layout/IconCircleLabelList"/>
    <dgm:cxn modelId="{2B1C9DED-CC93-4CCB-8220-120A3ECE125C}" type="presParOf" srcId="{8608D634-499A-46C1-AC51-D9AA0BADA5B6}" destId="{AC33D078-A0E0-471A-8B06-3962B61941DE}" srcOrd="3" destOrd="0" presId="urn:microsoft.com/office/officeart/2018/5/layout/IconCircleLabelList"/>
    <dgm:cxn modelId="{B0DFEF0F-3FCD-47F6-AA2C-555291C24F23}" type="presParOf" srcId="{8608D634-499A-46C1-AC51-D9AA0BADA5B6}" destId="{0A33200E-6BE4-4925-A6A6-DB4F8988F7A5}" srcOrd="4" destOrd="0" presId="urn:microsoft.com/office/officeart/2018/5/layout/IconCircleLabelList"/>
    <dgm:cxn modelId="{E05279FA-E25C-43AD-9A1C-93D4EB59EF0F}" type="presParOf" srcId="{0A33200E-6BE4-4925-A6A6-DB4F8988F7A5}" destId="{E5775FC4-8097-4D1D-BC25-1948997EFEB3}" srcOrd="0" destOrd="0" presId="urn:microsoft.com/office/officeart/2018/5/layout/IconCircleLabelList"/>
    <dgm:cxn modelId="{F4E53A02-910D-4983-AD7C-2DA5A40C678B}" type="presParOf" srcId="{0A33200E-6BE4-4925-A6A6-DB4F8988F7A5}" destId="{09C21FF7-C1FF-4736-8A70-1B934D48E171}" srcOrd="1" destOrd="0" presId="urn:microsoft.com/office/officeart/2018/5/layout/IconCircleLabelList"/>
    <dgm:cxn modelId="{3E035089-4110-4C7F-AAC2-07F4488BECBD}" type="presParOf" srcId="{0A33200E-6BE4-4925-A6A6-DB4F8988F7A5}" destId="{93D7304A-C3EC-49DC-89CA-35F73C85CC81}" srcOrd="2" destOrd="0" presId="urn:microsoft.com/office/officeart/2018/5/layout/IconCircleLabelList"/>
    <dgm:cxn modelId="{2186EEBB-CE71-4032-9AD5-B17D1DFE6946}" type="presParOf" srcId="{0A33200E-6BE4-4925-A6A6-DB4F8988F7A5}" destId="{EE1B5BAB-F78F-4BBC-9F29-323A150E282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FD951A-892A-441A-94C1-9CBE22A9243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EFDB2F-5604-4985-8BA7-CCEC2ED9BD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Siloed systems and duplicated registries</a:t>
          </a:r>
        </a:p>
      </dgm:t>
    </dgm:pt>
    <dgm:pt modelId="{9339CBAE-CE9D-4120-91E1-C9E0578079E7}" type="parTrans" cxnId="{5D1F23D1-91C7-4FFA-AC3A-4061E61B5EBA}">
      <dgm:prSet/>
      <dgm:spPr/>
      <dgm:t>
        <a:bodyPr/>
        <a:lstStyle/>
        <a:p>
          <a:endParaRPr lang="en-US"/>
        </a:p>
      </dgm:t>
    </dgm:pt>
    <dgm:pt modelId="{1145C178-E887-4FC2-8085-E74C7749600E}" type="sibTrans" cxnId="{5D1F23D1-91C7-4FFA-AC3A-4061E61B5EBA}">
      <dgm:prSet/>
      <dgm:spPr/>
      <dgm:t>
        <a:bodyPr/>
        <a:lstStyle/>
        <a:p>
          <a:endParaRPr lang="en-US"/>
        </a:p>
      </dgm:t>
    </dgm:pt>
    <dgm:pt modelId="{0D6E7C2C-DA70-49BA-9D3D-D76E142621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Hybrid paper-digital processes</a:t>
          </a:r>
        </a:p>
      </dgm:t>
    </dgm:pt>
    <dgm:pt modelId="{75868D01-D7A1-420E-BBFB-445F242B1202}" type="parTrans" cxnId="{18A357E4-5B28-4DBE-878A-A3AAFECC2D34}">
      <dgm:prSet/>
      <dgm:spPr/>
      <dgm:t>
        <a:bodyPr/>
        <a:lstStyle/>
        <a:p>
          <a:endParaRPr lang="en-US"/>
        </a:p>
      </dgm:t>
    </dgm:pt>
    <dgm:pt modelId="{4EFE0968-8CAD-4E6C-87F0-1371F041C33F}" type="sibTrans" cxnId="{18A357E4-5B28-4DBE-878A-A3AAFECC2D34}">
      <dgm:prSet/>
      <dgm:spPr/>
      <dgm:t>
        <a:bodyPr/>
        <a:lstStyle/>
        <a:p>
          <a:endParaRPr lang="en-US"/>
        </a:p>
      </dgm:t>
    </dgm:pt>
    <dgm:pt modelId="{78E4E587-0F53-4669-81DD-12C483C304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Weak interoperability and governance enforcement</a:t>
          </a:r>
        </a:p>
      </dgm:t>
    </dgm:pt>
    <dgm:pt modelId="{0466F8DE-277E-4F96-A1B3-1F37BB6D877E}" type="parTrans" cxnId="{F6F74EDF-2F05-4903-A029-FD24B2FEA9F0}">
      <dgm:prSet/>
      <dgm:spPr/>
      <dgm:t>
        <a:bodyPr/>
        <a:lstStyle/>
        <a:p>
          <a:endParaRPr lang="en-US"/>
        </a:p>
      </dgm:t>
    </dgm:pt>
    <dgm:pt modelId="{627CD868-9039-46D7-A039-284AD313ADE6}" type="sibTrans" cxnId="{F6F74EDF-2F05-4903-A029-FD24B2FEA9F0}">
      <dgm:prSet/>
      <dgm:spPr/>
      <dgm:t>
        <a:bodyPr/>
        <a:lstStyle/>
        <a:p>
          <a:endParaRPr lang="en-US"/>
        </a:p>
      </dgm:t>
    </dgm:pt>
    <dgm:pt modelId="{27F861E6-0310-41D5-9B00-6FF90200F115}" type="pres">
      <dgm:prSet presAssocID="{33FD951A-892A-441A-94C1-9CBE22A92431}" presName="root" presStyleCnt="0">
        <dgm:presLayoutVars>
          <dgm:dir/>
          <dgm:resizeHandles val="exact"/>
        </dgm:presLayoutVars>
      </dgm:prSet>
      <dgm:spPr/>
    </dgm:pt>
    <dgm:pt modelId="{A01499C9-C8AD-42C9-A08D-9C30D834512E}" type="pres">
      <dgm:prSet presAssocID="{97EFDB2F-5604-4985-8BA7-CCEC2ED9BD31}" presName="compNode" presStyleCnt="0"/>
      <dgm:spPr/>
    </dgm:pt>
    <dgm:pt modelId="{2CEC80CB-C21C-4906-BE0E-B5B0D312A2E9}" type="pres">
      <dgm:prSet presAssocID="{97EFDB2F-5604-4985-8BA7-CCEC2ED9BD31}" presName="bgRect" presStyleLbl="bgShp" presStyleIdx="0" presStyleCnt="3"/>
      <dgm:spPr/>
    </dgm:pt>
    <dgm:pt modelId="{C2752B3C-B354-47B3-B03F-63E85AC45AD7}" type="pres">
      <dgm:prSet presAssocID="{97EFDB2F-5604-4985-8BA7-CCEC2ED9BD3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1C3E2A8-0495-4C57-80CF-1531C78182EC}" type="pres">
      <dgm:prSet presAssocID="{97EFDB2F-5604-4985-8BA7-CCEC2ED9BD31}" presName="spaceRect" presStyleCnt="0"/>
      <dgm:spPr/>
    </dgm:pt>
    <dgm:pt modelId="{FB81C36A-CF95-4771-BBBC-DD0AD293AB51}" type="pres">
      <dgm:prSet presAssocID="{97EFDB2F-5604-4985-8BA7-CCEC2ED9BD31}" presName="parTx" presStyleLbl="revTx" presStyleIdx="0" presStyleCnt="3">
        <dgm:presLayoutVars>
          <dgm:chMax val="0"/>
          <dgm:chPref val="0"/>
        </dgm:presLayoutVars>
      </dgm:prSet>
      <dgm:spPr/>
    </dgm:pt>
    <dgm:pt modelId="{24A60A3D-19DA-4D7B-B432-063E0F7BFFA4}" type="pres">
      <dgm:prSet presAssocID="{1145C178-E887-4FC2-8085-E74C7749600E}" presName="sibTrans" presStyleCnt="0"/>
      <dgm:spPr/>
    </dgm:pt>
    <dgm:pt modelId="{00FE0C38-8D69-4A08-961E-D6AE4EBD67CD}" type="pres">
      <dgm:prSet presAssocID="{0D6E7C2C-DA70-49BA-9D3D-D76E142621F1}" presName="compNode" presStyleCnt="0"/>
      <dgm:spPr/>
    </dgm:pt>
    <dgm:pt modelId="{A841F9B7-CCE7-459F-9CD8-52F097E4734F}" type="pres">
      <dgm:prSet presAssocID="{0D6E7C2C-DA70-49BA-9D3D-D76E142621F1}" presName="bgRect" presStyleLbl="bgShp" presStyleIdx="1" presStyleCnt="3"/>
      <dgm:spPr/>
    </dgm:pt>
    <dgm:pt modelId="{06DE48A3-26C8-4F03-AC2A-DBA70A61865E}" type="pres">
      <dgm:prSet presAssocID="{0D6E7C2C-DA70-49BA-9D3D-D76E142621F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47101DAD-AC79-42DE-AC57-AF951C58D6B9}" type="pres">
      <dgm:prSet presAssocID="{0D6E7C2C-DA70-49BA-9D3D-D76E142621F1}" presName="spaceRect" presStyleCnt="0"/>
      <dgm:spPr/>
    </dgm:pt>
    <dgm:pt modelId="{9A45D504-87B2-45D4-9025-3778BE35FF19}" type="pres">
      <dgm:prSet presAssocID="{0D6E7C2C-DA70-49BA-9D3D-D76E142621F1}" presName="parTx" presStyleLbl="revTx" presStyleIdx="1" presStyleCnt="3">
        <dgm:presLayoutVars>
          <dgm:chMax val="0"/>
          <dgm:chPref val="0"/>
        </dgm:presLayoutVars>
      </dgm:prSet>
      <dgm:spPr/>
    </dgm:pt>
    <dgm:pt modelId="{4899CC66-1D23-4B6E-8ACA-E9FF44DB136D}" type="pres">
      <dgm:prSet presAssocID="{4EFE0968-8CAD-4E6C-87F0-1371F041C33F}" presName="sibTrans" presStyleCnt="0"/>
      <dgm:spPr/>
    </dgm:pt>
    <dgm:pt modelId="{532BC42C-DDBA-4FB8-BCD3-8E9F2231B10C}" type="pres">
      <dgm:prSet presAssocID="{78E4E587-0F53-4669-81DD-12C483C304D3}" presName="compNode" presStyleCnt="0"/>
      <dgm:spPr/>
    </dgm:pt>
    <dgm:pt modelId="{0B5DEAF9-7804-44A4-AD19-A1E28A07E7D4}" type="pres">
      <dgm:prSet presAssocID="{78E4E587-0F53-4669-81DD-12C483C304D3}" presName="bgRect" presStyleLbl="bgShp" presStyleIdx="2" presStyleCnt="3"/>
      <dgm:spPr/>
    </dgm:pt>
    <dgm:pt modelId="{F114F4F2-5805-4624-BD09-D275A6EBEEFC}" type="pres">
      <dgm:prSet presAssocID="{78E4E587-0F53-4669-81DD-12C483C304D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6D38AA6-951C-4F24-ABD8-B2F63A2D2A2C}" type="pres">
      <dgm:prSet presAssocID="{78E4E587-0F53-4669-81DD-12C483C304D3}" presName="spaceRect" presStyleCnt="0"/>
      <dgm:spPr/>
    </dgm:pt>
    <dgm:pt modelId="{88F2040A-CE6F-4BE0-B032-1A1E6DA68D18}" type="pres">
      <dgm:prSet presAssocID="{78E4E587-0F53-4669-81DD-12C483C304D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6718E62-60BB-4854-B237-B4CB378B5BCB}" type="presOf" srcId="{0D6E7C2C-DA70-49BA-9D3D-D76E142621F1}" destId="{9A45D504-87B2-45D4-9025-3778BE35FF19}" srcOrd="0" destOrd="0" presId="urn:microsoft.com/office/officeart/2018/2/layout/IconVerticalSolidList"/>
    <dgm:cxn modelId="{C8B60EB7-A6B6-4275-9A43-D5FADC6B5680}" type="presOf" srcId="{33FD951A-892A-441A-94C1-9CBE22A92431}" destId="{27F861E6-0310-41D5-9B00-6FF90200F115}" srcOrd="0" destOrd="0" presId="urn:microsoft.com/office/officeart/2018/2/layout/IconVerticalSolidList"/>
    <dgm:cxn modelId="{1AE485BD-381D-461A-B6CB-E285E22BDB47}" type="presOf" srcId="{78E4E587-0F53-4669-81DD-12C483C304D3}" destId="{88F2040A-CE6F-4BE0-B032-1A1E6DA68D18}" srcOrd="0" destOrd="0" presId="urn:microsoft.com/office/officeart/2018/2/layout/IconVerticalSolidList"/>
    <dgm:cxn modelId="{5D1F23D1-91C7-4FFA-AC3A-4061E61B5EBA}" srcId="{33FD951A-892A-441A-94C1-9CBE22A92431}" destId="{97EFDB2F-5604-4985-8BA7-CCEC2ED9BD31}" srcOrd="0" destOrd="0" parTransId="{9339CBAE-CE9D-4120-91E1-C9E0578079E7}" sibTransId="{1145C178-E887-4FC2-8085-E74C7749600E}"/>
    <dgm:cxn modelId="{F6F74EDF-2F05-4903-A029-FD24B2FEA9F0}" srcId="{33FD951A-892A-441A-94C1-9CBE22A92431}" destId="{78E4E587-0F53-4669-81DD-12C483C304D3}" srcOrd="2" destOrd="0" parTransId="{0466F8DE-277E-4F96-A1B3-1F37BB6D877E}" sibTransId="{627CD868-9039-46D7-A039-284AD313ADE6}"/>
    <dgm:cxn modelId="{18A357E4-5B28-4DBE-878A-A3AAFECC2D34}" srcId="{33FD951A-892A-441A-94C1-9CBE22A92431}" destId="{0D6E7C2C-DA70-49BA-9D3D-D76E142621F1}" srcOrd="1" destOrd="0" parTransId="{75868D01-D7A1-420E-BBFB-445F242B1202}" sibTransId="{4EFE0968-8CAD-4E6C-87F0-1371F041C33F}"/>
    <dgm:cxn modelId="{4D42A1F2-CE18-43DE-994E-B1D9EBB563D9}" type="presOf" srcId="{97EFDB2F-5604-4985-8BA7-CCEC2ED9BD31}" destId="{FB81C36A-CF95-4771-BBBC-DD0AD293AB51}" srcOrd="0" destOrd="0" presId="urn:microsoft.com/office/officeart/2018/2/layout/IconVerticalSolidList"/>
    <dgm:cxn modelId="{EEF748B4-DDDF-4DFE-A17A-BE77EFA18744}" type="presParOf" srcId="{27F861E6-0310-41D5-9B00-6FF90200F115}" destId="{A01499C9-C8AD-42C9-A08D-9C30D834512E}" srcOrd="0" destOrd="0" presId="urn:microsoft.com/office/officeart/2018/2/layout/IconVerticalSolidList"/>
    <dgm:cxn modelId="{F3B083DB-B87C-4793-935E-829D860C97EC}" type="presParOf" srcId="{A01499C9-C8AD-42C9-A08D-9C30D834512E}" destId="{2CEC80CB-C21C-4906-BE0E-B5B0D312A2E9}" srcOrd="0" destOrd="0" presId="urn:microsoft.com/office/officeart/2018/2/layout/IconVerticalSolidList"/>
    <dgm:cxn modelId="{A54AF33C-5D0C-4835-A140-174CE20BFB9B}" type="presParOf" srcId="{A01499C9-C8AD-42C9-A08D-9C30D834512E}" destId="{C2752B3C-B354-47B3-B03F-63E85AC45AD7}" srcOrd="1" destOrd="0" presId="urn:microsoft.com/office/officeart/2018/2/layout/IconVerticalSolidList"/>
    <dgm:cxn modelId="{09445636-C71A-4862-9DFE-A8AEA9AF07F6}" type="presParOf" srcId="{A01499C9-C8AD-42C9-A08D-9C30D834512E}" destId="{31C3E2A8-0495-4C57-80CF-1531C78182EC}" srcOrd="2" destOrd="0" presId="urn:microsoft.com/office/officeart/2018/2/layout/IconVerticalSolidList"/>
    <dgm:cxn modelId="{49196C99-0D7A-4463-9FB5-3BD5E84329F9}" type="presParOf" srcId="{A01499C9-C8AD-42C9-A08D-9C30D834512E}" destId="{FB81C36A-CF95-4771-BBBC-DD0AD293AB51}" srcOrd="3" destOrd="0" presId="urn:microsoft.com/office/officeart/2018/2/layout/IconVerticalSolidList"/>
    <dgm:cxn modelId="{0DF3D374-F788-4694-84C5-32003C1F543F}" type="presParOf" srcId="{27F861E6-0310-41D5-9B00-6FF90200F115}" destId="{24A60A3D-19DA-4D7B-B432-063E0F7BFFA4}" srcOrd="1" destOrd="0" presId="urn:microsoft.com/office/officeart/2018/2/layout/IconVerticalSolidList"/>
    <dgm:cxn modelId="{E8A79A6B-C703-463B-9EB0-41114B552AFE}" type="presParOf" srcId="{27F861E6-0310-41D5-9B00-6FF90200F115}" destId="{00FE0C38-8D69-4A08-961E-D6AE4EBD67CD}" srcOrd="2" destOrd="0" presId="urn:microsoft.com/office/officeart/2018/2/layout/IconVerticalSolidList"/>
    <dgm:cxn modelId="{F414F470-8712-4E28-ACCD-4C070CF6373D}" type="presParOf" srcId="{00FE0C38-8D69-4A08-961E-D6AE4EBD67CD}" destId="{A841F9B7-CCE7-459F-9CD8-52F097E4734F}" srcOrd="0" destOrd="0" presId="urn:microsoft.com/office/officeart/2018/2/layout/IconVerticalSolidList"/>
    <dgm:cxn modelId="{4CC051B0-D340-406B-BB2F-0ED7EEA3C5EE}" type="presParOf" srcId="{00FE0C38-8D69-4A08-961E-D6AE4EBD67CD}" destId="{06DE48A3-26C8-4F03-AC2A-DBA70A61865E}" srcOrd="1" destOrd="0" presId="urn:microsoft.com/office/officeart/2018/2/layout/IconVerticalSolidList"/>
    <dgm:cxn modelId="{250AF7F6-60FD-44B7-869F-6C6968EA9868}" type="presParOf" srcId="{00FE0C38-8D69-4A08-961E-D6AE4EBD67CD}" destId="{47101DAD-AC79-42DE-AC57-AF951C58D6B9}" srcOrd="2" destOrd="0" presId="urn:microsoft.com/office/officeart/2018/2/layout/IconVerticalSolidList"/>
    <dgm:cxn modelId="{1612537D-3EB8-46BE-AAE9-09770419277D}" type="presParOf" srcId="{00FE0C38-8D69-4A08-961E-D6AE4EBD67CD}" destId="{9A45D504-87B2-45D4-9025-3778BE35FF19}" srcOrd="3" destOrd="0" presId="urn:microsoft.com/office/officeart/2018/2/layout/IconVerticalSolidList"/>
    <dgm:cxn modelId="{A8EB1D50-7863-4EB5-9A5E-3309901FDD34}" type="presParOf" srcId="{27F861E6-0310-41D5-9B00-6FF90200F115}" destId="{4899CC66-1D23-4B6E-8ACA-E9FF44DB136D}" srcOrd="3" destOrd="0" presId="urn:microsoft.com/office/officeart/2018/2/layout/IconVerticalSolidList"/>
    <dgm:cxn modelId="{5E828288-29A0-481E-B438-F42E2DFBCEDA}" type="presParOf" srcId="{27F861E6-0310-41D5-9B00-6FF90200F115}" destId="{532BC42C-DDBA-4FB8-BCD3-8E9F2231B10C}" srcOrd="4" destOrd="0" presId="urn:microsoft.com/office/officeart/2018/2/layout/IconVerticalSolidList"/>
    <dgm:cxn modelId="{32FAA42E-DB92-481B-96EE-42E0D1993BB5}" type="presParOf" srcId="{532BC42C-DDBA-4FB8-BCD3-8E9F2231B10C}" destId="{0B5DEAF9-7804-44A4-AD19-A1E28A07E7D4}" srcOrd="0" destOrd="0" presId="urn:microsoft.com/office/officeart/2018/2/layout/IconVerticalSolidList"/>
    <dgm:cxn modelId="{4C89172F-911D-40B4-8ACD-411D1BF61183}" type="presParOf" srcId="{532BC42C-DDBA-4FB8-BCD3-8E9F2231B10C}" destId="{F114F4F2-5805-4624-BD09-D275A6EBEEFC}" srcOrd="1" destOrd="0" presId="urn:microsoft.com/office/officeart/2018/2/layout/IconVerticalSolidList"/>
    <dgm:cxn modelId="{4A6CE77C-07CF-46BB-9AC7-610E451BA76D}" type="presParOf" srcId="{532BC42C-DDBA-4FB8-BCD3-8E9F2231B10C}" destId="{36D38AA6-951C-4F24-ABD8-B2F63A2D2A2C}" srcOrd="2" destOrd="0" presId="urn:microsoft.com/office/officeart/2018/2/layout/IconVerticalSolidList"/>
    <dgm:cxn modelId="{E56BA460-914E-4257-A509-6237366C8FB7}" type="presParOf" srcId="{532BC42C-DDBA-4FB8-BCD3-8E9F2231B10C}" destId="{88F2040A-CE6F-4BE0-B032-1A1E6DA68D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A10199-5D09-4C41-B092-C3039838623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971B80-A6FB-4943-9309-2DA0F0608E4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Whole-of-Government digital operating model</a:t>
          </a:r>
        </a:p>
      </dgm:t>
    </dgm:pt>
    <dgm:pt modelId="{537B2FDB-0E3D-4947-8008-B24026342775}" type="parTrans" cxnId="{E37D8EC8-A2DE-423E-BB6C-12722BFA124F}">
      <dgm:prSet/>
      <dgm:spPr/>
      <dgm:t>
        <a:bodyPr/>
        <a:lstStyle/>
        <a:p>
          <a:endParaRPr lang="en-US"/>
        </a:p>
      </dgm:t>
    </dgm:pt>
    <dgm:pt modelId="{FC66927F-CC9F-4068-B0B5-221EF2BA8160}" type="sibTrans" cxnId="{E37D8EC8-A2DE-423E-BB6C-12722BFA124F}">
      <dgm:prSet/>
      <dgm:spPr/>
      <dgm:t>
        <a:bodyPr/>
        <a:lstStyle/>
        <a:p>
          <a:endParaRPr lang="en-US"/>
        </a:p>
      </dgm:t>
    </dgm:pt>
    <dgm:pt modelId="{60D155A4-4B21-4D33-8055-F6DDFB04E02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Registry-centric and interoperable systems</a:t>
          </a:r>
        </a:p>
      </dgm:t>
    </dgm:pt>
    <dgm:pt modelId="{C45392B2-F917-4770-8625-D13850D4A673}" type="parTrans" cxnId="{325D30E6-8AC4-425C-A5C0-B5F6C652DB2F}">
      <dgm:prSet/>
      <dgm:spPr/>
      <dgm:t>
        <a:bodyPr/>
        <a:lstStyle/>
        <a:p>
          <a:endParaRPr lang="en-US"/>
        </a:p>
      </dgm:t>
    </dgm:pt>
    <dgm:pt modelId="{9D5CF61F-C6FA-474F-83A6-547CD7363FFF}" type="sibTrans" cxnId="{325D30E6-8AC4-425C-A5C0-B5F6C652DB2F}">
      <dgm:prSet/>
      <dgm:spPr/>
      <dgm:t>
        <a:bodyPr/>
        <a:lstStyle/>
        <a:p>
          <a:endParaRPr lang="en-US"/>
        </a:p>
      </dgm:t>
    </dgm:pt>
    <dgm:pt modelId="{27DAC714-D0EF-4B88-9454-2FF350231DE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Legally compliant, auditable digital services</a:t>
          </a:r>
        </a:p>
      </dgm:t>
    </dgm:pt>
    <dgm:pt modelId="{9D5FFD96-6C76-4292-92D7-4B0553149913}" type="parTrans" cxnId="{9987B3D7-6F93-48EE-9163-A5E3922B2F1A}">
      <dgm:prSet/>
      <dgm:spPr/>
      <dgm:t>
        <a:bodyPr/>
        <a:lstStyle/>
        <a:p>
          <a:endParaRPr lang="en-US"/>
        </a:p>
      </dgm:t>
    </dgm:pt>
    <dgm:pt modelId="{510657DF-43BE-46E1-A9FA-0B91B3CCF446}" type="sibTrans" cxnId="{9987B3D7-6F93-48EE-9163-A5E3922B2F1A}">
      <dgm:prSet/>
      <dgm:spPr/>
      <dgm:t>
        <a:bodyPr/>
        <a:lstStyle/>
        <a:p>
          <a:endParaRPr lang="en-US"/>
        </a:p>
      </dgm:t>
    </dgm:pt>
    <dgm:pt modelId="{4DE83DB7-51C5-4192-90B0-716815C80113}" type="pres">
      <dgm:prSet presAssocID="{19A10199-5D09-4C41-B092-C30398386238}" presName="root" presStyleCnt="0">
        <dgm:presLayoutVars>
          <dgm:dir/>
          <dgm:resizeHandles val="exact"/>
        </dgm:presLayoutVars>
      </dgm:prSet>
      <dgm:spPr/>
    </dgm:pt>
    <dgm:pt modelId="{B9F14E75-A348-4ED8-B9C5-443D97849A2A}" type="pres">
      <dgm:prSet presAssocID="{92971B80-A6FB-4943-9309-2DA0F0608E44}" presName="compNode" presStyleCnt="0"/>
      <dgm:spPr/>
    </dgm:pt>
    <dgm:pt modelId="{AB1544C3-EAEC-4453-873F-2EBE13568E63}" type="pres">
      <dgm:prSet presAssocID="{92971B80-A6FB-4943-9309-2DA0F0608E44}" presName="iconBgRect" presStyleLbl="bgShp" presStyleIdx="0" presStyleCnt="3"/>
      <dgm:spPr/>
    </dgm:pt>
    <dgm:pt modelId="{933068E6-2E4F-4CF9-9D44-7DD78811018B}" type="pres">
      <dgm:prSet presAssocID="{92971B80-A6FB-4943-9309-2DA0F0608E4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DAD266AA-78EA-43FA-A965-EEA063B01FB2}" type="pres">
      <dgm:prSet presAssocID="{92971B80-A6FB-4943-9309-2DA0F0608E44}" presName="spaceRect" presStyleCnt="0"/>
      <dgm:spPr/>
    </dgm:pt>
    <dgm:pt modelId="{EF829024-AF8C-4F11-8115-C9C51A22D2B3}" type="pres">
      <dgm:prSet presAssocID="{92971B80-A6FB-4943-9309-2DA0F0608E44}" presName="textRect" presStyleLbl="revTx" presStyleIdx="0" presStyleCnt="3">
        <dgm:presLayoutVars>
          <dgm:chMax val="1"/>
          <dgm:chPref val="1"/>
        </dgm:presLayoutVars>
      </dgm:prSet>
      <dgm:spPr/>
    </dgm:pt>
    <dgm:pt modelId="{B0732ABF-B2BD-477B-898C-0B7BBD6F5E4B}" type="pres">
      <dgm:prSet presAssocID="{FC66927F-CC9F-4068-B0B5-221EF2BA8160}" presName="sibTrans" presStyleCnt="0"/>
      <dgm:spPr/>
    </dgm:pt>
    <dgm:pt modelId="{63E456DE-32BE-4F70-A986-8D77EA9FF9C8}" type="pres">
      <dgm:prSet presAssocID="{60D155A4-4B21-4D33-8055-F6DDFB04E026}" presName="compNode" presStyleCnt="0"/>
      <dgm:spPr/>
    </dgm:pt>
    <dgm:pt modelId="{A609D2C7-AE8F-466D-9236-55EADAD54CED}" type="pres">
      <dgm:prSet presAssocID="{60D155A4-4B21-4D33-8055-F6DDFB04E026}" presName="iconBgRect" presStyleLbl="bgShp" presStyleIdx="1" presStyleCnt="3"/>
      <dgm:spPr/>
    </dgm:pt>
    <dgm:pt modelId="{7BFD044B-EE69-4F0E-9EB8-09C9D75F2577}" type="pres">
      <dgm:prSet presAssocID="{60D155A4-4B21-4D33-8055-F6DDFB04E02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ECDFC72-EE3A-4886-98F2-4F1433464C58}" type="pres">
      <dgm:prSet presAssocID="{60D155A4-4B21-4D33-8055-F6DDFB04E026}" presName="spaceRect" presStyleCnt="0"/>
      <dgm:spPr/>
    </dgm:pt>
    <dgm:pt modelId="{64053111-B5BC-4B48-8C7C-0681BCCDE3FA}" type="pres">
      <dgm:prSet presAssocID="{60D155A4-4B21-4D33-8055-F6DDFB04E026}" presName="textRect" presStyleLbl="revTx" presStyleIdx="1" presStyleCnt="3">
        <dgm:presLayoutVars>
          <dgm:chMax val="1"/>
          <dgm:chPref val="1"/>
        </dgm:presLayoutVars>
      </dgm:prSet>
      <dgm:spPr/>
    </dgm:pt>
    <dgm:pt modelId="{F3F83191-AC9B-47A3-BE9E-FD491421C3A4}" type="pres">
      <dgm:prSet presAssocID="{9D5CF61F-C6FA-474F-83A6-547CD7363FFF}" presName="sibTrans" presStyleCnt="0"/>
      <dgm:spPr/>
    </dgm:pt>
    <dgm:pt modelId="{8DFA6D4D-CF16-4CD5-A266-C487A2B33042}" type="pres">
      <dgm:prSet presAssocID="{27DAC714-D0EF-4B88-9454-2FF350231DEC}" presName="compNode" presStyleCnt="0"/>
      <dgm:spPr/>
    </dgm:pt>
    <dgm:pt modelId="{60085D41-9374-4948-8D75-4ED7202912D6}" type="pres">
      <dgm:prSet presAssocID="{27DAC714-D0EF-4B88-9454-2FF350231DEC}" presName="iconBgRect" presStyleLbl="bgShp" presStyleIdx="2" presStyleCnt="3"/>
      <dgm:spPr/>
    </dgm:pt>
    <dgm:pt modelId="{A074E71F-7EC6-46A0-9C2D-B912A5F7C1E7}" type="pres">
      <dgm:prSet presAssocID="{27DAC714-D0EF-4B88-9454-2FF350231DE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E2C7C679-04F0-4060-8FAC-2CB775796B54}" type="pres">
      <dgm:prSet presAssocID="{27DAC714-D0EF-4B88-9454-2FF350231DEC}" presName="spaceRect" presStyleCnt="0"/>
      <dgm:spPr/>
    </dgm:pt>
    <dgm:pt modelId="{E2E6C41A-02D0-42C8-8B2E-A23F0B38C65B}" type="pres">
      <dgm:prSet presAssocID="{27DAC714-D0EF-4B88-9454-2FF350231DE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5136F48-37BA-4030-8213-CFC72DF9CFEB}" type="presOf" srcId="{92971B80-A6FB-4943-9309-2DA0F0608E44}" destId="{EF829024-AF8C-4F11-8115-C9C51A22D2B3}" srcOrd="0" destOrd="0" presId="urn:microsoft.com/office/officeart/2018/5/layout/IconCircleLabelList"/>
    <dgm:cxn modelId="{8C05B9BA-93AB-41F1-A61F-234BB9579385}" type="presOf" srcId="{27DAC714-D0EF-4B88-9454-2FF350231DEC}" destId="{E2E6C41A-02D0-42C8-8B2E-A23F0B38C65B}" srcOrd="0" destOrd="0" presId="urn:microsoft.com/office/officeart/2018/5/layout/IconCircleLabelList"/>
    <dgm:cxn modelId="{0D8AF2BE-99A5-4EB0-86E4-30F33878BDAA}" type="presOf" srcId="{60D155A4-4B21-4D33-8055-F6DDFB04E026}" destId="{64053111-B5BC-4B48-8C7C-0681BCCDE3FA}" srcOrd="0" destOrd="0" presId="urn:microsoft.com/office/officeart/2018/5/layout/IconCircleLabelList"/>
    <dgm:cxn modelId="{E37D8EC8-A2DE-423E-BB6C-12722BFA124F}" srcId="{19A10199-5D09-4C41-B092-C30398386238}" destId="{92971B80-A6FB-4943-9309-2DA0F0608E44}" srcOrd="0" destOrd="0" parTransId="{537B2FDB-0E3D-4947-8008-B24026342775}" sibTransId="{FC66927F-CC9F-4068-B0B5-221EF2BA8160}"/>
    <dgm:cxn modelId="{9987B3D7-6F93-48EE-9163-A5E3922B2F1A}" srcId="{19A10199-5D09-4C41-B092-C30398386238}" destId="{27DAC714-D0EF-4B88-9454-2FF350231DEC}" srcOrd="2" destOrd="0" parTransId="{9D5FFD96-6C76-4292-92D7-4B0553149913}" sibTransId="{510657DF-43BE-46E1-A9FA-0B91B3CCF446}"/>
    <dgm:cxn modelId="{325D30E6-8AC4-425C-A5C0-B5F6C652DB2F}" srcId="{19A10199-5D09-4C41-B092-C30398386238}" destId="{60D155A4-4B21-4D33-8055-F6DDFB04E026}" srcOrd="1" destOrd="0" parTransId="{C45392B2-F917-4770-8625-D13850D4A673}" sibTransId="{9D5CF61F-C6FA-474F-83A6-547CD7363FFF}"/>
    <dgm:cxn modelId="{967119EE-0BD2-47C2-A2C6-53F8B581C60D}" type="presOf" srcId="{19A10199-5D09-4C41-B092-C30398386238}" destId="{4DE83DB7-51C5-4192-90B0-716815C80113}" srcOrd="0" destOrd="0" presId="urn:microsoft.com/office/officeart/2018/5/layout/IconCircleLabelList"/>
    <dgm:cxn modelId="{7E802674-28D3-4029-985D-1CB7FDB6A397}" type="presParOf" srcId="{4DE83DB7-51C5-4192-90B0-716815C80113}" destId="{B9F14E75-A348-4ED8-B9C5-443D97849A2A}" srcOrd="0" destOrd="0" presId="urn:microsoft.com/office/officeart/2018/5/layout/IconCircleLabelList"/>
    <dgm:cxn modelId="{0F181F42-9EDB-46A8-AD64-D80136D4FFF2}" type="presParOf" srcId="{B9F14E75-A348-4ED8-B9C5-443D97849A2A}" destId="{AB1544C3-EAEC-4453-873F-2EBE13568E63}" srcOrd="0" destOrd="0" presId="urn:microsoft.com/office/officeart/2018/5/layout/IconCircleLabelList"/>
    <dgm:cxn modelId="{63C60C76-60E0-4D96-8E43-300464D3F934}" type="presParOf" srcId="{B9F14E75-A348-4ED8-B9C5-443D97849A2A}" destId="{933068E6-2E4F-4CF9-9D44-7DD78811018B}" srcOrd="1" destOrd="0" presId="urn:microsoft.com/office/officeart/2018/5/layout/IconCircleLabelList"/>
    <dgm:cxn modelId="{4015206D-3829-4D90-8701-8F28792AB9BE}" type="presParOf" srcId="{B9F14E75-A348-4ED8-B9C5-443D97849A2A}" destId="{DAD266AA-78EA-43FA-A965-EEA063B01FB2}" srcOrd="2" destOrd="0" presId="urn:microsoft.com/office/officeart/2018/5/layout/IconCircleLabelList"/>
    <dgm:cxn modelId="{448B8D7D-E78A-44A6-B36C-04DEB6C3698B}" type="presParOf" srcId="{B9F14E75-A348-4ED8-B9C5-443D97849A2A}" destId="{EF829024-AF8C-4F11-8115-C9C51A22D2B3}" srcOrd="3" destOrd="0" presId="urn:microsoft.com/office/officeart/2018/5/layout/IconCircleLabelList"/>
    <dgm:cxn modelId="{C0E87064-606B-429D-86D0-DB53C30D4A25}" type="presParOf" srcId="{4DE83DB7-51C5-4192-90B0-716815C80113}" destId="{B0732ABF-B2BD-477B-898C-0B7BBD6F5E4B}" srcOrd="1" destOrd="0" presId="urn:microsoft.com/office/officeart/2018/5/layout/IconCircleLabelList"/>
    <dgm:cxn modelId="{3A5F2792-DD7F-429B-9F67-C89AC27E5D62}" type="presParOf" srcId="{4DE83DB7-51C5-4192-90B0-716815C80113}" destId="{63E456DE-32BE-4F70-A986-8D77EA9FF9C8}" srcOrd="2" destOrd="0" presId="urn:microsoft.com/office/officeart/2018/5/layout/IconCircleLabelList"/>
    <dgm:cxn modelId="{4AA43DB2-5031-49C2-A9DA-FFF5CF2E3562}" type="presParOf" srcId="{63E456DE-32BE-4F70-A986-8D77EA9FF9C8}" destId="{A609D2C7-AE8F-466D-9236-55EADAD54CED}" srcOrd="0" destOrd="0" presId="urn:microsoft.com/office/officeart/2018/5/layout/IconCircleLabelList"/>
    <dgm:cxn modelId="{22F65189-FB86-4683-95DB-54016719B72B}" type="presParOf" srcId="{63E456DE-32BE-4F70-A986-8D77EA9FF9C8}" destId="{7BFD044B-EE69-4F0E-9EB8-09C9D75F2577}" srcOrd="1" destOrd="0" presId="urn:microsoft.com/office/officeart/2018/5/layout/IconCircleLabelList"/>
    <dgm:cxn modelId="{58D23DCF-D5D0-40B7-B2D8-95066A91079C}" type="presParOf" srcId="{63E456DE-32BE-4F70-A986-8D77EA9FF9C8}" destId="{9ECDFC72-EE3A-4886-98F2-4F1433464C58}" srcOrd="2" destOrd="0" presId="urn:microsoft.com/office/officeart/2018/5/layout/IconCircleLabelList"/>
    <dgm:cxn modelId="{126D57BC-8003-4535-8626-EF8228DDBD2A}" type="presParOf" srcId="{63E456DE-32BE-4F70-A986-8D77EA9FF9C8}" destId="{64053111-B5BC-4B48-8C7C-0681BCCDE3FA}" srcOrd="3" destOrd="0" presId="urn:microsoft.com/office/officeart/2018/5/layout/IconCircleLabelList"/>
    <dgm:cxn modelId="{CD9D9E47-9A0B-40A7-B00D-B9FFB13832C2}" type="presParOf" srcId="{4DE83DB7-51C5-4192-90B0-716815C80113}" destId="{F3F83191-AC9B-47A3-BE9E-FD491421C3A4}" srcOrd="3" destOrd="0" presId="urn:microsoft.com/office/officeart/2018/5/layout/IconCircleLabelList"/>
    <dgm:cxn modelId="{B779A3A7-2857-422F-92A8-A750DC684E67}" type="presParOf" srcId="{4DE83DB7-51C5-4192-90B0-716815C80113}" destId="{8DFA6D4D-CF16-4CD5-A266-C487A2B33042}" srcOrd="4" destOrd="0" presId="urn:microsoft.com/office/officeart/2018/5/layout/IconCircleLabelList"/>
    <dgm:cxn modelId="{8897289F-7CCB-42F7-89A4-094A93A9E208}" type="presParOf" srcId="{8DFA6D4D-CF16-4CD5-A266-C487A2B33042}" destId="{60085D41-9374-4948-8D75-4ED7202912D6}" srcOrd="0" destOrd="0" presId="urn:microsoft.com/office/officeart/2018/5/layout/IconCircleLabelList"/>
    <dgm:cxn modelId="{68307CAF-F8AC-4276-A8F7-F58548A41A57}" type="presParOf" srcId="{8DFA6D4D-CF16-4CD5-A266-C487A2B33042}" destId="{A074E71F-7EC6-46A0-9C2D-B912A5F7C1E7}" srcOrd="1" destOrd="0" presId="urn:microsoft.com/office/officeart/2018/5/layout/IconCircleLabelList"/>
    <dgm:cxn modelId="{8C73F175-72E7-4E94-BF96-AC5F86104E10}" type="presParOf" srcId="{8DFA6D4D-CF16-4CD5-A266-C487A2B33042}" destId="{E2C7C679-04F0-4060-8FAC-2CB775796B54}" srcOrd="2" destOrd="0" presId="urn:microsoft.com/office/officeart/2018/5/layout/IconCircleLabelList"/>
    <dgm:cxn modelId="{FA806C22-9185-4308-AD9E-1AC737A35D31}" type="presParOf" srcId="{8DFA6D4D-CF16-4CD5-A266-C487A2B33042}" destId="{E2E6C41A-02D0-42C8-8B2E-A23F0B38C65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529D33-40B8-4D8C-88D4-96D8153526B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6F74CBA-B70A-4602-8784-0E85E125F05C}">
      <dgm:prSet/>
      <dgm:spPr/>
      <dgm:t>
        <a:bodyPr/>
        <a:lstStyle/>
        <a:p>
          <a:r>
            <a:rPr lang="en-US" dirty="0"/>
            <a:t>Over 344 services assessed across MDAs</a:t>
          </a:r>
        </a:p>
      </dgm:t>
    </dgm:pt>
    <dgm:pt modelId="{183B4B6B-B92B-4631-9FC5-AEF075180F82}" type="parTrans" cxnId="{0275DC58-FCB1-4935-99B4-31C3F6F22685}">
      <dgm:prSet/>
      <dgm:spPr/>
      <dgm:t>
        <a:bodyPr/>
        <a:lstStyle/>
        <a:p>
          <a:endParaRPr lang="en-US"/>
        </a:p>
      </dgm:t>
    </dgm:pt>
    <dgm:pt modelId="{86DB5958-8A2E-4A21-BCE6-E7E94CBF87F5}" type="sibTrans" cxnId="{0275DC58-FCB1-4935-99B4-31C3F6F22685}">
      <dgm:prSet/>
      <dgm:spPr/>
      <dgm:t>
        <a:bodyPr/>
        <a:lstStyle/>
        <a:p>
          <a:endParaRPr lang="en-US"/>
        </a:p>
      </dgm:t>
    </dgm:pt>
    <dgm:pt modelId="{833DF353-3726-487C-B7AE-9104BD637F1D}">
      <dgm:prSet/>
      <dgm:spPr/>
      <dgm:t>
        <a:bodyPr/>
        <a:lstStyle/>
        <a:p>
          <a:r>
            <a:rPr lang="en-US"/>
            <a:t>&lt;25% end-to-end digital services</a:t>
          </a:r>
        </a:p>
      </dgm:t>
    </dgm:pt>
    <dgm:pt modelId="{FA3A7C06-8013-4ED6-BF3B-CB749124143F}" type="parTrans" cxnId="{BEF393F4-1EAF-466A-BDAA-9F89454E2227}">
      <dgm:prSet/>
      <dgm:spPr/>
      <dgm:t>
        <a:bodyPr/>
        <a:lstStyle/>
        <a:p>
          <a:endParaRPr lang="en-US"/>
        </a:p>
      </dgm:t>
    </dgm:pt>
    <dgm:pt modelId="{4A13A48C-63F3-4CCA-82D2-22DF5C712B91}" type="sibTrans" cxnId="{BEF393F4-1EAF-466A-BDAA-9F89454E2227}">
      <dgm:prSet/>
      <dgm:spPr/>
      <dgm:t>
        <a:bodyPr/>
        <a:lstStyle/>
        <a:p>
          <a:endParaRPr lang="en-US"/>
        </a:p>
      </dgm:t>
    </dgm:pt>
    <dgm:pt modelId="{7E6C36FB-D53A-45B3-8609-EEDABA7BF1C1}">
      <dgm:prSet/>
      <dgm:spPr/>
      <dgm:t>
        <a:bodyPr/>
        <a:lstStyle/>
        <a:p>
          <a:r>
            <a:rPr lang="en-US"/>
            <a:t>Records management lowest maturity pillar</a:t>
          </a:r>
        </a:p>
      </dgm:t>
    </dgm:pt>
    <dgm:pt modelId="{3606A0A3-B9A8-4819-B5FC-E21EEC48BF13}" type="parTrans" cxnId="{9C448967-9297-4D37-B7CD-62A9B7931F9E}">
      <dgm:prSet/>
      <dgm:spPr/>
      <dgm:t>
        <a:bodyPr/>
        <a:lstStyle/>
        <a:p>
          <a:endParaRPr lang="en-US"/>
        </a:p>
      </dgm:t>
    </dgm:pt>
    <dgm:pt modelId="{9002EB1B-091F-4153-85B4-C2AEA9A3B8F1}" type="sibTrans" cxnId="{9C448967-9297-4D37-B7CD-62A9B7931F9E}">
      <dgm:prSet/>
      <dgm:spPr/>
      <dgm:t>
        <a:bodyPr/>
        <a:lstStyle/>
        <a:p>
          <a:endParaRPr lang="en-US"/>
        </a:p>
      </dgm:t>
    </dgm:pt>
    <dgm:pt modelId="{834A7B6C-F630-4C91-B819-81A1EEB05774}">
      <dgm:prSet/>
      <dgm:spPr/>
      <dgm:t>
        <a:bodyPr/>
        <a:lstStyle/>
        <a:p>
          <a:r>
            <a:rPr lang="en-US"/>
            <a:t>Uneven institutional capability</a:t>
          </a:r>
        </a:p>
      </dgm:t>
    </dgm:pt>
    <dgm:pt modelId="{C6D4EEF9-025E-43F3-BC40-E5ECEE4CD983}" type="parTrans" cxnId="{8DC45B15-48AC-4C54-B15E-F6FFDA81CCDA}">
      <dgm:prSet/>
      <dgm:spPr/>
      <dgm:t>
        <a:bodyPr/>
        <a:lstStyle/>
        <a:p>
          <a:endParaRPr lang="en-US"/>
        </a:p>
      </dgm:t>
    </dgm:pt>
    <dgm:pt modelId="{988822EA-AB28-4A56-87F8-AA2BDB84C8A3}" type="sibTrans" cxnId="{8DC45B15-48AC-4C54-B15E-F6FFDA81CCDA}">
      <dgm:prSet/>
      <dgm:spPr/>
      <dgm:t>
        <a:bodyPr/>
        <a:lstStyle/>
        <a:p>
          <a:endParaRPr lang="en-US"/>
        </a:p>
      </dgm:t>
    </dgm:pt>
    <dgm:pt modelId="{304832C4-8BE3-4F50-9172-7CF3612B0ACA}" type="pres">
      <dgm:prSet presAssocID="{F0529D33-40B8-4D8C-88D4-96D8153526B0}" presName="root" presStyleCnt="0">
        <dgm:presLayoutVars>
          <dgm:dir/>
          <dgm:resizeHandles val="exact"/>
        </dgm:presLayoutVars>
      </dgm:prSet>
      <dgm:spPr/>
    </dgm:pt>
    <dgm:pt modelId="{637DA1C3-7826-4633-BC4E-E5F5CFE10A0C}" type="pres">
      <dgm:prSet presAssocID="{66F74CBA-B70A-4602-8784-0E85E125F05C}" presName="compNode" presStyleCnt="0"/>
      <dgm:spPr/>
    </dgm:pt>
    <dgm:pt modelId="{85EC9AF4-8218-4148-A270-234E15646F4E}" type="pres">
      <dgm:prSet presAssocID="{66F74CBA-B70A-4602-8784-0E85E125F05C}" presName="bgRect" presStyleLbl="bgShp" presStyleIdx="0" presStyleCnt="4"/>
      <dgm:spPr/>
    </dgm:pt>
    <dgm:pt modelId="{DC2969B8-9910-41B8-A4BA-25ADBA9FE072}" type="pres">
      <dgm:prSet presAssocID="{66F74CBA-B70A-4602-8784-0E85E125F05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76C53EE9-DEB8-41DC-BA9C-5B6C23B49F3F}" type="pres">
      <dgm:prSet presAssocID="{66F74CBA-B70A-4602-8784-0E85E125F05C}" presName="spaceRect" presStyleCnt="0"/>
      <dgm:spPr/>
    </dgm:pt>
    <dgm:pt modelId="{06195767-126E-4BA1-853D-C5C78A725D8C}" type="pres">
      <dgm:prSet presAssocID="{66F74CBA-B70A-4602-8784-0E85E125F05C}" presName="parTx" presStyleLbl="revTx" presStyleIdx="0" presStyleCnt="4">
        <dgm:presLayoutVars>
          <dgm:chMax val="0"/>
          <dgm:chPref val="0"/>
        </dgm:presLayoutVars>
      </dgm:prSet>
      <dgm:spPr/>
    </dgm:pt>
    <dgm:pt modelId="{866718F7-6D08-47B9-B7F1-54531DF6E2D3}" type="pres">
      <dgm:prSet presAssocID="{86DB5958-8A2E-4A21-BCE6-E7E94CBF87F5}" presName="sibTrans" presStyleCnt="0"/>
      <dgm:spPr/>
    </dgm:pt>
    <dgm:pt modelId="{CE3397AF-82D3-436C-A4FB-EB2203051E0F}" type="pres">
      <dgm:prSet presAssocID="{833DF353-3726-487C-B7AE-9104BD637F1D}" presName="compNode" presStyleCnt="0"/>
      <dgm:spPr/>
    </dgm:pt>
    <dgm:pt modelId="{D9B89190-62D8-4B4C-93AB-DD8DBCD2DCB0}" type="pres">
      <dgm:prSet presAssocID="{833DF353-3726-487C-B7AE-9104BD637F1D}" presName="bgRect" presStyleLbl="bgShp" presStyleIdx="1" presStyleCnt="4"/>
      <dgm:spPr/>
    </dgm:pt>
    <dgm:pt modelId="{C9908E62-4D8F-4BB1-B2CE-A1BCE3FD94D8}" type="pres">
      <dgm:prSet presAssocID="{833DF353-3726-487C-B7AE-9104BD637F1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C872B247-832E-4120-9CE4-461D5B5C8D9A}" type="pres">
      <dgm:prSet presAssocID="{833DF353-3726-487C-B7AE-9104BD637F1D}" presName="spaceRect" presStyleCnt="0"/>
      <dgm:spPr/>
    </dgm:pt>
    <dgm:pt modelId="{332C3BAF-077E-41E7-B2BF-045E3D06917F}" type="pres">
      <dgm:prSet presAssocID="{833DF353-3726-487C-B7AE-9104BD637F1D}" presName="parTx" presStyleLbl="revTx" presStyleIdx="1" presStyleCnt="4">
        <dgm:presLayoutVars>
          <dgm:chMax val="0"/>
          <dgm:chPref val="0"/>
        </dgm:presLayoutVars>
      </dgm:prSet>
      <dgm:spPr/>
    </dgm:pt>
    <dgm:pt modelId="{8B7600E2-F15B-4774-B54D-DFC9FB93ABCC}" type="pres">
      <dgm:prSet presAssocID="{4A13A48C-63F3-4CCA-82D2-22DF5C712B91}" presName="sibTrans" presStyleCnt="0"/>
      <dgm:spPr/>
    </dgm:pt>
    <dgm:pt modelId="{AE5BD6AE-7FE9-4582-9B16-E1FABC0DAD02}" type="pres">
      <dgm:prSet presAssocID="{7E6C36FB-D53A-45B3-8609-EEDABA7BF1C1}" presName="compNode" presStyleCnt="0"/>
      <dgm:spPr/>
    </dgm:pt>
    <dgm:pt modelId="{EB7CE30A-B880-4F96-B6D5-B59B258E1FF3}" type="pres">
      <dgm:prSet presAssocID="{7E6C36FB-D53A-45B3-8609-EEDABA7BF1C1}" presName="bgRect" presStyleLbl="bgShp" presStyleIdx="2" presStyleCnt="4"/>
      <dgm:spPr/>
    </dgm:pt>
    <dgm:pt modelId="{859444E8-ABFF-4BC2-94EB-9E778551B5E2}" type="pres">
      <dgm:prSet presAssocID="{7E6C36FB-D53A-45B3-8609-EEDABA7BF1C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C45CF988-DAD2-4ABF-BC23-8B1D76882A9D}" type="pres">
      <dgm:prSet presAssocID="{7E6C36FB-D53A-45B3-8609-EEDABA7BF1C1}" presName="spaceRect" presStyleCnt="0"/>
      <dgm:spPr/>
    </dgm:pt>
    <dgm:pt modelId="{91E11C85-9C85-4A4B-B572-11482B0C1ABD}" type="pres">
      <dgm:prSet presAssocID="{7E6C36FB-D53A-45B3-8609-EEDABA7BF1C1}" presName="parTx" presStyleLbl="revTx" presStyleIdx="2" presStyleCnt="4">
        <dgm:presLayoutVars>
          <dgm:chMax val="0"/>
          <dgm:chPref val="0"/>
        </dgm:presLayoutVars>
      </dgm:prSet>
      <dgm:spPr/>
    </dgm:pt>
    <dgm:pt modelId="{E35B818D-52DD-43ED-AA78-EE26FCAD8DD6}" type="pres">
      <dgm:prSet presAssocID="{9002EB1B-091F-4153-85B4-C2AEA9A3B8F1}" presName="sibTrans" presStyleCnt="0"/>
      <dgm:spPr/>
    </dgm:pt>
    <dgm:pt modelId="{8F5F6677-E04A-4011-8289-0F397CC08B35}" type="pres">
      <dgm:prSet presAssocID="{834A7B6C-F630-4C91-B819-81A1EEB05774}" presName="compNode" presStyleCnt="0"/>
      <dgm:spPr/>
    </dgm:pt>
    <dgm:pt modelId="{D0526CC5-4CAC-4981-9571-FB81C938CACB}" type="pres">
      <dgm:prSet presAssocID="{834A7B6C-F630-4C91-B819-81A1EEB05774}" presName="bgRect" presStyleLbl="bgShp" presStyleIdx="3" presStyleCnt="4"/>
      <dgm:spPr/>
    </dgm:pt>
    <dgm:pt modelId="{A82BE90B-F946-447A-96B4-DBA565E91158}" type="pres">
      <dgm:prSet presAssocID="{834A7B6C-F630-4C91-B819-81A1EEB0577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4D3CFFB8-405E-450C-8654-9708E138542E}" type="pres">
      <dgm:prSet presAssocID="{834A7B6C-F630-4C91-B819-81A1EEB05774}" presName="spaceRect" presStyleCnt="0"/>
      <dgm:spPr/>
    </dgm:pt>
    <dgm:pt modelId="{3D08C019-B3C1-4A05-8E5D-00159F01F593}" type="pres">
      <dgm:prSet presAssocID="{834A7B6C-F630-4C91-B819-81A1EEB0577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B7F8010-064C-4C17-BA61-EBA75055E019}" type="presOf" srcId="{833DF353-3726-487C-B7AE-9104BD637F1D}" destId="{332C3BAF-077E-41E7-B2BF-045E3D06917F}" srcOrd="0" destOrd="0" presId="urn:microsoft.com/office/officeart/2018/2/layout/IconVerticalSolidList"/>
    <dgm:cxn modelId="{8DC45B15-48AC-4C54-B15E-F6FFDA81CCDA}" srcId="{F0529D33-40B8-4D8C-88D4-96D8153526B0}" destId="{834A7B6C-F630-4C91-B819-81A1EEB05774}" srcOrd="3" destOrd="0" parTransId="{C6D4EEF9-025E-43F3-BC40-E5ECEE4CD983}" sibTransId="{988822EA-AB28-4A56-87F8-AA2BDB84C8A3}"/>
    <dgm:cxn modelId="{0275DC58-FCB1-4935-99B4-31C3F6F22685}" srcId="{F0529D33-40B8-4D8C-88D4-96D8153526B0}" destId="{66F74CBA-B70A-4602-8784-0E85E125F05C}" srcOrd="0" destOrd="0" parTransId="{183B4B6B-B92B-4631-9FC5-AEF075180F82}" sibTransId="{86DB5958-8A2E-4A21-BCE6-E7E94CBF87F5}"/>
    <dgm:cxn modelId="{9C448967-9297-4D37-B7CD-62A9B7931F9E}" srcId="{F0529D33-40B8-4D8C-88D4-96D8153526B0}" destId="{7E6C36FB-D53A-45B3-8609-EEDABA7BF1C1}" srcOrd="2" destOrd="0" parTransId="{3606A0A3-B9A8-4819-B5FC-E21EEC48BF13}" sibTransId="{9002EB1B-091F-4153-85B4-C2AEA9A3B8F1}"/>
    <dgm:cxn modelId="{2A3FD998-6813-4606-8245-B9D21D7B8065}" type="presOf" srcId="{66F74CBA-B70A-4602-8784-0E85E125F05C}" destId="{06195767-126E-4BA1-853D-C5C78A725D8C}" srcOrd="0" destOrd="0" presId="urn:microsoft.com/office/officeart/2018/2/layout/IconVerticalSolidList"/>
    <dgm:cxn modelId="{F25501A5-0C8E-45DB-81E5-7368710BC56D}" type="presOf" srcId="{834A7B6C-F630-4C91-B819-81A1EEB05774}" destId="{3D08C019-B3C1-4A05-8E5D-00159F01F593}" srcOrd="0" destOrd="0" presId="urn:microsoft.com/office/officeart/2018/2/layout/IconVerticalSolidList"/>
    <dgm:cxn modelId="{F1B65CC8-EAC9-430A-B5E4-797E4134C1F6}" type="presOf" srcId="{7E6C36FB-D53A-45B3-8609-EEDABA7BF1C1}" destId="{91E11C85-9C85-4A4B-B572-11482B0C1ABD}" srcOrd="0" destOrd="0" presId="urn:microsoft.com/office/officeart/2018/2/layout/IconVerticalSolidList"/>
    <dgm:cxn modelId="{BEF393F4-1EAF-466A-BDAA-9F89454E2227}" srcId="{F0529D33-40B8-4D8C-88D4-96D8153526B0}" destId="{833DF353-3726-487C-B7AE-9104BD637F1D}" srcOrd="1" destOrd="0" parTransId="{FA3A7C06-8013-4ED6-BF3B-CB749124143F}" sibTransId="{4A13A48C-63F3-4CCA-82D2-22DF5C712B91}"/>
    <dgm:cxn modelId="{1EA4E4F6-E75E-45C4-9B1A-AF737ED16264}" type="presOf" srcId="{F0529D33-40B8-4D8C-88D4-96D8153526B0}" destId="{304832C4-8BE3-4F50-9172-7CF3612B0ACA}" srcOrd="0" destOrd="0" presId="urn:microsoft.com/office/officeart/2018/2/layout/IconVerticalSolidList"/>
    <dgm:cxn modelId="{26301CBE-40D4-44D9-819B-23F53BA140CE}" type="presParOf" srcId="{304832C4-8BE3-4F50-9172-7CF3612B0ACA}" destId="{637DA1C3-7826-4633-BC4E-E5F5CFE10A0C}" srcOrd="0" destOrd="0" presId="urn:microsoft.com/office/officeart/2018/2/layout/IconVerticalSolidList"/>
    <dgm:cxn modelId="{40BF4309-6BF3-4EA0-B18E-570A577ACF4E}" type="presParOf" srcId="{637DA1C3-7826-4633-BC4E-E5F5CFE10A0C}" destId="{85EC9AF4-8218-4148-A270-234E15646F4E}" srcOrd="0" destOrd="0" presId="urn:microsoft.com/office/officeart/2018/2/layout/IconVerticalSolidList"/>
    <dgm:cxn modelId="{AC0E2710-4888-43A1-8BE3-2AE4C2C17C54}" type="presParOf" srcId="{637DA1C3-7826-4633-BC4E-E5F5CFE10A0C}" destId="{DC2969B8-9910-41B8-A4BA-25ADBA9FE072}" srcOrd="1" destOrd="0" presId="urn:microsoft.com/office/officeart/2018/2/layout/IconVerticalSolidList"/>
    <dgm:cxn modelId="{5BDB2EE1-24B2-4F01-B565-FFCDA45833AF}" type="presParOf" srcId="{637DA1C3-7826-4633-BC4E-E5F5CFE10A0C}" destId="{76C53EE9-DEB8-41DC-BA9C-5B6C23B49F3F}" srcOrd="2" destOrd="0" presId="urn:microsoft.com/office/officeart/2018/2/layout/IconVerticalSolidList"/>
    <dgm:cxn modelId="{C9119C5A-CDE4-45DF-A774-21BB42548B3B}" type="presParOf" srcId="{637DA1C3-7826-4633-BC4E-E5F5CFE10A0C}" destId="{06195767-126E-4BA1-853D-C5C78A725D8C}" srcOrd="3" destOrd="0" presId="urn:microsoft.com/office/officeart/2018/2/layout/IconVerticalSolidList"/>
    <dgm:cxn modelId="{E788B7DA-BFA0-40B0-9292-0944C8441BAC}" type="presParOf" srcId="{304832C4-8BE3-4F50-9172-7CF3612B0ACA}" destId="{866718F7-6D08-47B9-B7F1-54531DF6E2D3}" srcOrd="1" destOrd="0" presId="urn:microsoft.com/office/officeart/2018/2/layout/IconVerticalSolidList"/>
    <dgm:cxn modelId="{413507D3-F4F8-4533-B933-250002C23C17}" type="presParOf" srcId="{304832C4-8BE3-4F50-9172-7CF3612B0ACA}" destId="{CE3397AF-82D3-436C-A4FB-EB2203051E0F}" srcOrd="2" destOrd="0" presId="urn:microsoft.com/office/officeart/2018/2/layout/IconVerticalSolidList"/>
    <dgm:cxn modelId="{D6F8588C-03B6-4252-BF2C-753DED9F37E2}" type="presParOf" srcId="{CE3397AF-82D3-436C-A4FB-EB2203051E0F}" destId="{D9B89190-62D8-4B4C-93AB-DD8DBCD2DCB0}" srcOrd="0" destOrd="0" presId="urn:microsoft.com/office/officeart/2018/2/layout/IconVerticalSolidList"/>
    <dgm:cxn modelId="{27AA7830-B43F-453B-B4C0-AACDB06BD0DE}" type="presParOf" srcId="{CE3397AF-82D3-436C-A4FB-EB2203051E0F}" destId="{C9908E62-4D8F-4BB1-B2CE-A1BCE3FD94D8}" srcOrd="1" destOrd="0" presId="urn:microsoft.com/office/officeart/2018/2/layout/IconVerticalSolidList"/>
    <dgm:cxn modelId="{FC05AE9F-E36F-4526-B04A-363C41B8EC12}" type="presParOf" srcId="{CE3397AF-82D3-436C-A4FB-EB2203051E0F}" destId="{C872B247-832E-4120-9CE4-461D5B5C8D9A}" srcOrd="2" destOrd="0" presId="urn:microsoft.com/office/officeart/2018/2/layout/IconVerticalSolidList"/>
    <dgm:cxn modelId="{7BA497A8-0D5A-469B-851F-EBB545622607}" type="presParOf" srcId="{CE3397AF-82D3-436C-A4FB-EB2203051E0F}" destId="{332C3BAF-077E-41E7-B2BF-045E3D06917F}" srcOrd="3" destOrd="0" presId="urn:microsoft.com/office/officeart/2018/2/layout/IconVerticalSolidList"/>
    <dgm:cxn modelId="{47885486-4749-41C7-9B4F-2578D6025405}" type="presParOf" srcId="{304832C4-8BE3-4F50-9172-7CF3612B0ACA}" destId="{8B7600E2-F15B-4774-B54D-DFC9FB93ABCC}" srcOrd="3" destOrd="0" presId="urn:microsoft.com/office/officeart/2018/2/layout/IconVerticalSolidList"/>
    <dgm:cxn modelId="{ACC089C3-77A5-4A2E-831D-DBCA7BB7423C}" type="presParOf" srcId="{304832C4-8BE3-4F50-9172-7CF3612B0ACA}" destId="{AE5BD6AE-7FE9-4582-9B16-E1FABC0DAD02}" srcOrd="4" destOrd="0" presId="urn:microsoft.com/office/officeart/2018/2/layout/IconVerticalSolidList"/>
    <dgm:cxn modelId="{2A5207CF-90F9-45CE-AB2C-3DDCC5BA2DF1}" type="presParOf" srcId="{AE5BD6AE-7FE9-4582-9B16-E1FABC0DAD02}" destId="{EB7CE30A-B880-4F96-B6D5-B59B258E1FF3}" srcOrd="0" destOrd="0" presId="urn:microsoft.com/office/officeart/2018/2/layout/IconVerticalSolidList"/>
    <dgm:cxn modelId="{252F98DC-A8FB-43C8-9C58-D791FA846727}" type="presParOf" srcId="{AE5BD6AE-7FE9-4582-9B16-E1FABC0DAD02}" destId="{859444E8-ABFF-4BC2-94EB-9E778551B5E2}" srcOrd="1" destOrd="0" presId="urn:microsoft.com/office/officeart/2018/2/layout/IconVerticalSolidList"/>
    <dgm:cxn modelId="{48810158-4717-4E92-9CD8-D85D030E36AB}" type="presParOf" srcId="{AE5BD6AE-7FE9-4582-9B16-E1FABC0DAD02}" destId="{C45CF988-DAD2-4ABF-BC23-8B1D76882A9D}" srcOrd="2" destOrd="0" presId="urn:microsoft.com/office/officeart/2018/2/layout/IconVerticalSolidList"/>
    <dgm:cxn modelId="{DA1671FF-1200-4953-8A3A-A829EA68BFA3}" type="presParOf" srcId="{AE5BD6AE-7FE9-4582-9B16-E1FABC0DAD02}" destId="{91E11C85-9C85-4A4B-B572-11482B0C1ABD}" srcOrd="3" destOrd="0" presId="urn:microsoft.com/office/officeart/2018/2/layout/IconVerticalSolidList"/>
    <dgm:cxn modelId="{8A88AF1F-173E-4A6B-8A21-4035E56B574F}" type="presParOf" srcId="{304832C4-8BE3-4F50-9172-7CF3612B0ACA}" destId="{E35B818D-52DD-43ED-AA78-EE26FCAD8DD6}" srcOrd="5" destOrd="0" presId="urn:microsoft.com/office/officeart/2018/2/layout/IconVerticalSolidList"/>
    <dgm:cxn modelId="{17EA7658-2031-45CC-AD0D-0CBC88AF8095}" type="presParOf" srcId="{304832C4-8BE3-4F50-9172-7CF3612B0ACA}" destId="{8F5F6677-E04A-4011-8289-0F397CC08B35}" srcOrd="6" destOrd="0" presId="urn:microsoft.com/office/officeart/2018/2/layout/IconVerticalSolidList"/>
    <dgm:cxn modelId="{A0848E3B-7800-498D-8E62-8B86DF07B036}" type="presParOf" srcId="{8F5F6677-E04A-4011-8289-0F397CC08B35}" destId="{D0526CC5-4CAC-4981-9571-FB81C938CACB}" srcOrd="0" destOrd="0" presId="urn:microsoft.com/office/officeart/2018/2/layout/IconVerticalSolidList"/>
    <dgm:cxn modelId="{AA3A7774-08F4-4FDC-ADB4-292AB7A6F6F2}" type="presParOf" srcId="{8F5F6677-E04A-4011-8289-0F397CC08B35}" destId="{A82BE90B-F946-447A-96B4-DBA565E91158}" srcOrd="1" destOrd="0" presId="urn:microsoft.com/office/officeart/2018/2/layout/IconVerticalSolidList"/>
    <dgm:cxn modelId="{02F189A9-6145-4673-AC03-16A3CD73412D}" type="presParOf" srcId="{8F5F6677-E04A-4011-8289-0F397CC08B35}" destId="{4D3CFFB8-405E-450C-8654-9708E138542E}" srcOrd="2" destOrd="0" presId="urn:microsoft.com/office/officeart/2018/2/layout/IconVerticalSolidList"/>
    <dgm:cxn modelId="{226399F4-2634-44A2-84BA-C9629FE0727D}" type="presParOf" srcId="{8F5F6677-E04A-4011-8289-0F397CC08B35}" destId="{3D08C019-B3C1-4A05-8E5D-00159F01F5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E4DB99-5987-40DB-8CC2-03A3FF0DD9A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8405FF4-F22F-4014-BE48-D9D783B1F21B}">
      <dgm:prSet/>
      <dgm:spPr/>
      <dgm:t>
        <a:bodyPr/>
        <a:lstStyle/>
        <a:p>
          <a:r>
            <a:rPr lang="en-US"/>
            <a:t>50–55% hybrid services</a:t>
          </a:r>
        </a:p>
      </dgm:t>
    </dgm:pt>
    <dgm:pt modelId="{95BDEFBB-182F-41FB-AAAE-059DBD3734FC}" type="parTrans" cxnId="{CBA824B6-28E3-4064-AAFE-C737B9487F12}">
      <dgm:prSet/>
      <dgm:spPr/>
      <dgm:t>
        <a:bodyPr/>
        <a:lstStyle/>
        <a:p>
          <a:endParaRPr lang="en-US"/>
        </a:p>
      </dgm:t>
    </dgm:pt>
    <dgm:pt modelId="{4E8793E0-B374-44F5-A374-639236A7FCF5}" type="sibTrans" cxnId="{CBA824B6-28E3-4064-AAFE-C737B9487F12}">
      <dgm:prSet/>
      <dgm:spPr/>
      <dgm:t>
        <a:bodyPr/>
        <a:lstStyle/>
        <a:p>
          <a:endParaRPr lang="en-US"/>
        </a:p>
      </dgm:t>
    </dgm:pt>
    <dgm:pt modelId="{52711727-2411-4AF6-BE8E-A8E3AF803A2C}">
      <dgm:prSet/>
      <dgm:spPr/>
      <dgm:t>
        <a:bodyPr/>
        <a:lstStyle/>
        <a:p>
          <a:r>
            <a:rPr lang="en-US"/>
            <a:t>20–25% manual services</a:t>
          </a:r>
        </a:p>
      </dgm:t>
    </dgm:pt>
    <dgm:pt modelId="{62D58C58-A41F-458C-A755-BF4E9167F2F4}" type="parTrans" cxnId="{6BCD2A29-E795-4975-9E75-A2B621BC9374}">
      <dgm:prSet/>
      <dgm:spPr/>
      <dgm:t>
        <a:bodyPr/>
        <a:lstStyle/>
        <a:p>
          <a:endParaRPr lang="en-US"/>
        </a:p>
      </dgm:t>
    </dgm:pt>
    <dgm:pt modelId="{D4E584E9-AE97-4485-847D-41E14811B7A1}" type="sibTrans" cxnId="{6BCD2A29-E795-4975-9E75-A2B621BC9374}">
      <dgm:prSet/>
      <dgm:spPr/>
      <dgm:t>
        <a:bodyPr/>
        <a:lstStyle/>
        <a:p>
          <a:endParaRPr lang="en-US"/>
        </a:p>
      </dgm:t>
    </dgm:pt>
    <dgm:pt modelId="{77821DC7-6807-44D5-B977-FD6DBAE0DDF4}">
      <dgm:prSet/>
      <dgm:spPr/>
      <dgm:t>
        <a:bodyPr/>
        <a:lstStyle/>
        <a:p>
          <a:r>
            <a:rPr lang="en-US"/>
            <a:t>High concentration of high-impact services</a:t>
          </a:r>
        </a:p>
      </dgm:t>
    </dgm:pt>
    <dgm:pt modelId="{DF656744-E64D-4129-B4CC-6903852C902E}" type="parTrans" cxnId="{72EC240D-5E7C-474B-AAD3-9AD7584B9B61}">
      <dgm:prSet/>
      <dgm:spPr/>
      <dgm:t>
        <a:bodyPr/>
        <a:lstStyle/>
        <a:p>
          <a:endParaRPr lang="en-US"/>
        </a:p>
      </dgm:t>
    </dgm:pt>
    <dgm:pt modelId="{E8F1825A-4D64-45F8-B2FE-CDEB921CD78A}" type="sibTrans" cxnId="{72EC240D-5E7C-474B-AAD3-9AD7584B9B61}">
      <dgm:prSet/>
      <dgm:spPr/>
      <dgm:t>
        <a:bodyPr/>
        <a:lstStyle/>
        <a:p>
          <a:endParaRPr lang="en-US"/>
        </a:p>
      </dgm:t>
    </dgm:pt>
    <dgm:pt modelId="{341F4235-49C0-418A-BB1C-882B75270BF2}">
      <dgm:prSet/>
      <dgm:spPr/>
      <dgm:t>
        <a:bodyPr/>
        <a:lstStyle/>
        <a:p>
          <a:r>
            <a:rPr lang="en-US"/>
            <a:t>Major bottlenecks: approvals, duplication, tracking</a:t>
          </a:r>
        </a:p>
      </dgm:t>
    </dgm:pt>
    <dgm:pt modelId="{642C640C-21BF-43D5-BADE-7A0B4D03BD46}" type="parTrans" cxnId="{BE8A9908-0C5E-48A3-AAC5-57BCA6ABD893}">
      <dgm:prSet/>
      <dgm:spPr/>
      <dgm:t>
        <a:bodyPr/>
        <a:lstStyle/>
        <a:p>
          <a:endParaRPr lang="en-US"/>
        </a:p>
      </dgm:t>
    </dgm:pt>
    <dgm:pt modelId="{004233B4-1AB9-4246-8255-0F4B313C2BFD}" type="sibTrans" cxnId="{BE8A9908-0C5E-48A3-AAC5-57BCA6ABD893}">
      <dgm:prSet/>
      <dgm:spPr/>
      <dgm:t>
        <a:bodyPr/>
        <a:lstStyle/>
        <a:p>
          <a:endParaRPr lang="en-US"/>
        </a:p>
      </dgm:t>
    </dgm:pt>
    <dgm:pt modelId="{DA945839-A7B4-4A2F-9E38-E3CA186F8E21}" type="pres">
      <dgm:prSet presAssocID="{6EE4DB99-5987-40DB-8CC2-03A3FF0DD9AE}" presName="root" presStyleCnt="0">
        <dgm:presLayoutVars>
          <dgm:dir/>
          <dgm:resizeHandles val="exact"/>
        </dgm:presLayoutVars>
      </dgm:prSet>
      <dgm:spPr/>
    </dgm:pt>
    <dgm:pt modelId="{A1F97436-0997-45BC-B58F-D9B7D31A1A94}" type="pres">
      <dgm:prSet presAssocID="{08405FF4-F22F-4014-BE48-D9D783B1F21B}" presName="compNode" presStyleCnt="0"/>
      <dgm:spPr/>
    </dgm:pt>
    <dgm:pt modelId="{DDCEEBF4-9685-49C9-AECA-481B1EDBEF71}" type="pres">
      <dgm:prSet presAssocID="{08405FF4-F22F-4014-BE48-D9D783B1F21B}" presName="bgRect" presStyleLbl="bgShp" presStyleIdx="0" presStyleCnt="4"/>
      <dgm:spPr/>
    </dgm:pt>
    <dgm:pt modelId="{AC3A738C-47D9-4F94-8CEC-C000A98AFDE2}" type="pres">
      <dgm:prSet presAssocID="{08405FF4-F22F-4014-BE48-D9D783B1F21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E90049A4-D6C1-45B5-A019-0FF4D172519D}" type="pres">
      <dgm:prSet presAssocID="{08405FF4-F22F-4014-BE48-D9D783B1F21B}" presName="spaceRect" presStyleCnt="0"/>
      <dgm:spPr/>
    </dgm:pt>
    <dgm:pt modelId="{8AC47270-80FE-49D1-95D1-F81A56A3E7E5}" type="pres">
      <dgm:prSet presAssocID="{08405FF4-F22F-4014-BE48-D9D783B1F21B}" presName="parTx" presStyleLbl="revTx" presStyleIdx="0" presStyleCnt="4">
        <dgm:presLayoutVars>
          <dgm:chMax val="0"/>
          <dgm:chPref val="0"/>
        </dgm:presLayoutVars>
      </dgm:prSet>
      <dgm:spPr/>
    </dgm:pt>
    <dgm:pt modelId="{5E9FD7A5-46FD-4DE5-8339-AEE22FD89F3F}" type="pres">
      <dgm:prSet presAssocID="{4E8793E0-B374-44F5-A374-639236A7FCF5}" presName="sibTrans" presStyleCnt="0"/>
      <dgm:spPr/>
    </dgm:pt>
    <dgm:pt modelId="{5E5B9FE9-01F4-4461-AEA0-6ED26751DD7A}" type="pres">
      <dgm:prSet presAssocID="{52711727-2411-4AF6-BE8E-A8E3AF803A2C}" presName="compNode" presStyleCnt="0"/>
      <dgm:spPr/>
    </dgm:pt>
    <dgm:pt modelId="{C17C62C7-E020-4D32-AA80-DDF6857AD858}" type="pres">
      <dgm:prSet presAssocID="{52711727-2411-4AF6-BE8E-A8E3AF803A2C}" presName="bgRect" presStyleLbl="bgShp" presStyleIdx="1" presStyleCnt="4"/>
      <dgm:spPr/>
    </dgm:pt>
    <dgm:pt modelId="{6756E1BE-F73E-4527-81C1-6B23047D53C0}" type="pres">
      <dgm:prSet presAssocID="{52711727-2411-4AF6-BE8E-A8E3AF803A2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4474376-1F56-4B1E-A5C4-C6952DC337C3}" type="pres">
      <dgm:prSet presAssocID="{52711727-2411-4AF6-BE8E-A8E3AF803A2C}" presName="spaceRect" presStyleCnt="0"/>
      <dgm:spPr/>
    </dgm:pt>
    <dgm:pt modelId="{C591BE83-50E2-4FF5-9906-93174CD42342}" type="pres">
      <dgm:prSet presAssocID="{52711727-2411-4AF6-BE8E-A8E3AF803A2C}" presName="parTx" presStyleLbl="revTx" presStyleIdx="1" presStyleCnt="4">
        <dgm:presLayoutVars>
          <dgm:chMax val="0"/>
          <dgm:chPref val="0"/>
        </dgm:presLayoutVars>
      </dgm:prSet>
      <dgm:spPr/>
    </dgm:pt>
    <dgm:pt modelId="{F2863E18-01DA-4F42-ACCF-0F0E7FFC1CBF}" type="pres">
      <dgm:prSet presAssocID="{D4E584E9-AE97-4485-847D-41E14811B7A1}" presName="sibTrans" presStyleCnt="0"/>
      <dgm:spPr/>
    </dgm:pt>
    <dgm:pt modelId="{770E512F-5379-4BD7-9C0C-C1F162FB2824}" type="pres">
      <dgm:prSet presAssocID="{77821DC7-6807-44D5-B977-FD6DBAE0DDF4}" presName="compNode" presStyleCnt="0"/>
      <dgm:spPr/>
    </dgm:pt>
    <dgm:pt modelId="{4B648E5E-C011-4405-8E1B-06D33294D695}" type="pres">
      <dgm:prSet presAssocID="{77821DC7-6807-44D5-B977-FD6DBAE0DDF4}" presName="bgRect" presStyleLbl="bgShp" presStyleIdx="2" presStyleCnt="4"/>
      <dgm:spPr/>
    </dgm:pt>
    <dgm:pt modelId="{8AFDE666-3ECF-4E64-B3E6-F1848731EE7C}" type="pres">
      <dgm:prSet presAssocID="{77821DC7-6807-44D5-B977-FD6DBAE0DDF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487D20EA-6CA1-4F86-BDA3-53E5B00FD091}" type="pres">
      <dgm:prSet presAssocID="{77821DC7-6807-44D5-B977-FD6DBAE0DDF4}" presName="spaceRect" presStyleCnt="0"/>
      <dgm:spPr/>
    </dgm:pt>
    <dgm:pt modelId="{BF4CD4AD-B125-4696-BBB3-384C2878CA71}" type="pres">
      <dgm:prSet presAssocID="{77821DC7-6807-44D5-B977-FD6DBAE0DDF4}" presName="parTx" presStyleLbl="revTx" presStyleIdx="2" presStyleCnt="4">
        <dgm:presLayoutVars>
          <dgm:chMax val="0"/>
          <dgm:chPref val="0"/>
        </dgm:presLayoutVars>
      </dgm:prSet>
      <dgm:spPr/>
    </dgm:pt>
    <dgm:pt modelId="{38389B73-5C1C-4681-B25E-CEB6DC24E13B}" type="pres">
      <dgm:prSet presAssocID="{E8F1825A-4D64-45F8-B2FE-CDEB921CD78A}" presName="sibTrans" presStyleCnt="0"/>
      <dgm:spPr/>
    </dgm:pt>
    <dgm:pt modelId="{6711D36E-4B9B-4662-8A3E-7956397EA460}" type="pres">
      <dgm:prSet presAssocID="{341F4235-49C0-418A-BB1C-882B75270BF2}" presName="compNode" presStyleCnt="0"/>
      <dgm:spPr/>
    </dgm:pt>
    <dgm:pt modelId="{CD3FDA50-4551-4B9F-81B6-3815DCCE0940}" type="pres">
      <dgm:prSet presAssocID="{341F4235-49C0-418A-BB1C-882B75270BF2}" presName="bgRect" presStyleLbl="bgShp" presStyleIdx="3" presStyleCnt="4"/>
      <dgm:spPr/>
    </dgm:pt>
    <dgm:pt modelId="{1E3F8B39-83A0-4FC5-9AA0-AB642EBA9E1E}" type="pres">
      <dgm:prSet presAssocID="{341F4235-49C0-418A-BB1C-882B75270BF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E29106C-46FE-4FA6-A5FE-ABD2E17A5296}" type="pres">
      <dgm:prSet presAssocID="{341F4235-49C0-418A-BB1C-882B75270BF2}" presName="spaceRect" presStyleCnt="0"/>
      <dgm:spPr/>
    </dgm:pt>
    <dgm:pt modelId="{E628A306-9B6B-40F9-B339-3DE920855CA5}" type="pres">
      <dgm:prSet presAssocID="{341F4235-49C0-418A-BB1C-882B75270BF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E8A9908-0C5E-48A3-AAC5-57BCA6ABD893}" srcId="{6EE4DB99-5987-40DB-8CC2-03A3FF0DD9AE}" destId="{341F4235-49C0-418A-BB1C-882B75270BF2}" srcOrd="3" destOrd="0" parTransId="{642C640C-21BF-43D5-BADE-7A0B4D03BD46}" sibTransId="{004233B4-1AB9-4246-8255-0F4B313C2BFD}"/>
    <dgm:cxn modelId="{72EC240D-5E7C-474B-AAD3-9AD7584B9B61}" srcId="{6EE4DB99-5987-40DB-8CC2-03A3FF0DD9AE}" destId="{77821DC7-6807-44D5-B977-FD6DBAE0DDF4}" srcOrd="2" destOrd="0" parTransId="{DF656744-E64D-4129-B4CC-6903852C902E}" sibTransId="{E8F1825A-4D64-45F8-B2FE-CDEB921CD78A}"/>
    <dgm:cxn modelId="{0DB79710-8E82-4304-AF3F-D62C546C8CFA}" type="presOf" srcId="{52711727-2411-4AF6-BE8E-A8E3AF803A2C}" destId="{C591BE83-50E2-4FF5-9906-93174CD42342}" srcOrd="0" destOrd="0" presId="urn:microsoft.com/office/officeart/2018/2/layout/IconVerticalSolidList"/>
    <dgm:cxn modelId="{6BCD2A29-E795-4975-9E75-A2B621BC9374}" srcId="{6EE4DB99-5987-40DB-8CC2-03A3FF0DD9AE}" destId="{52711727-2411-4AF6-BE8E-A8E3AF803A2C}" srcOrd="1" destOrd="0" parTransId="{62D58C58-A41F-458C-A755-BF4E9167F2F4}" sibTransId="{D4E584E9-AE97-4485-847D-41E14811B7A1}"/>
    <dgm:cxn modelId="{69C09645-4C7A-49E6-8E4B-64455C11D320}" type="presOf" srcId="{08405FF4-F22F-4014-BE48-D9D783B1F21B}" destId="{8AC47270-80FE-49D1-95D1-F81A56A3E7E5}" srcOrd="0" destOrd="0" presId="urn:microsoft.com/office/officeart/2018/2/layout/IconVerticalSolidList"/>
    <dgm:cxn modelId="{C4BA6C4B-A78A-45D3-9B22-4B6CB6B7F073}" type="presOf" srcId="{77821DC7-6807-44D5-B977-FD6DBAE0DDF4}" destId="{BF4CD4AD-B125-4696-BBB3-384C2878CA71}" srcOrd="0" destOrd="0" presId="urn:microsoft.com/office/officeart/2018/2/layout/IconVerticalSolidList"/>
    <dgm:cxn modelId="{CBA824B6-28E3-4064-AAFE-C737B9487F12}" srcId="{6EE4DB99-5987-40DB-8CC2-03A3FF0DD9AE}" destId="{08405FF4-F22F-4014-BE48-D9D783B1F21B}" srcOrd="0" destOrd="0" parTransId="{95BDEFBB-182F-41FB-AAAE-059DBD3734FC}" sibTransId="{4E8793E0-B374-44F5-A374-639236A7FCF5}"/>
    <dgm:cxn modelId="{BD2753BA-7F75-4C12-BEB0-8B48C01829D6}" type="presOf" srcId="{6EE4DB99-5987-40DB-8CC2-03A3FF0DD9AE}" destId="{DA945839-A7B4-4A2F-9E38-E3CA186F8E21}" srcOrd="0" destOrd="0" presId="urn:microsoft.com/office/officeart/2018/2/layout/IconVerticalSolidList"/>
    <dgm:cxn modelId="{2635CCFD-A52C-4AF1-9343-71375353D98D}" type="presOf" srcId="{341F4235-49C0-418A-BB1C-882B75270BF2}" destId="{E628A306-9B6B-40F9-B339-3DE920855CA5}" srcOrd="0" destOrd="0" presId="urn:microsoft.com/office/officeart/2018/2/layout/IconVerticalSolidList"/>
    <dgm:cxn modelId="{FA912900-0B27-4DD4-9B08-9BB17C06AE1B}" type="presParOf" srcId="{DA945839-A7B4-4A2F-9E38-E3CA186F8E21}" destId="{A1F97436-0997-45BC-B58F-D9B7D31A1A94}" srcOrd="0" destOrd="0" presId="urn:microsoft.com/office/officeart/2018/2/layout/IconVerticalSolidList"/>
    <dgm:cxn modelId="{BCAD6596-01F0-4E99-B5C5-6516232B6544}" type="presParOf" srcId="{A1F97436-0997-45BC-B58F-D9B7D31A1A94}" destId="{DDCEEBF4-9685-49C9-AECA-481B1EDBEF71}" srcOrd="0" destOrd="0" presId="urn:microsoft.com/office/officeart/2018/2/layout/IconVerticalSolidList"/>
    <dgm:cxn modelId="{45CAC5B0-46F5-4B86-8C0F-83121585129E}" type="presParOf" srcId="{A1F97436-0997-45BC-B58F-D9B7D31A1A94}" destId="{AC3A738C-47D9-4F94-8CEC-C000A98AFDE2}" srcOrd="1" destOrd="0" presId="urn:microsoft.com/office/officeart/2018/2/layout/IconVerticalSolidList"/>
    <dgm:cxn modelId="{373CE8D1-4B67-40CE-979D-08B82460595A}" type="presParOf" srcId="{A1F97436-0997-45BC-B58F-D9B7D31A1A94}" destId="{E90049A4-D6C1-45B5-A019-0FF4D172519D}" srcOrd="2" destOrd="0" presId="urn:microsoft.com/office/officeart/2018/2/layout/IconVerticalSolidList"/>
    <dgm:cxn modelId="{C5CAA60E-85C6-42FD-9D5F-69681742F8E8}" type="presParOf" srcId="{A1F97436-0997-45BC-B58F-D9B7D31A1A94}" destId="{8AC47270-80FE-49D1-95D1-F81A56A3E7E5}" srcOrd="3" destOrd="0" presId="urn:microsoft.com/office/officeart/2018/2/layout/IconVerticalSolidList"/>
    <dgm:cxn modelId="{F8340941-4885-415A-9888-9804DAF5FBEB}" type="presParOf" srcId="{DA945839-A7B4-4A2F-9E38-E3CA186F8E21}" destId="{5E9FD7A5-46FD-4DE5-8339-AEE22FD89F3F}" srcOrd="1" destOrd="0" presId="urn:microsoft.com/office/officeart/2018/2/layout/IconVerticalSolidList"/>
    <dgm:cxn modelId="{1BB7157E-F474-42A1-8DEE-6B28E100E41C}" type="presParOf" srcId="{DA945839-A7B4-4A2F-9E38-E3CA186F8E21}" destId="{5E5B9FE9-01F4-4461-AEA0-6ED26751DD7A}" srcOrd="2" destOrd="0" presId="urn:microsoft.com/office/officeart/2018/2/layout/IconVerticalSolidList"/>
    <dgm:cxn modelId="{833ED250-37FB-44B7-8500-34E6995E4338}" type="presParOf" srcId="{5E5B9FE9-01F4-4461-AEA0-6ED26751DD7A}" destId="{C17C62C7-E020-4D32-AA80-DDF6857AD858}" srcOrd="0" destOrd="0" presId="urn:microsoft.com/office/officeart/2018/2/layout/IconVerticalSolidList"/>
    <dgm:cxn modelId="{62EE4F96-7ABB-4B29-8260-041FAF2019FB}" type="presParOf" srcId="{5E5B9FE9-01F4-4461-AEA0-6ED26751DD7A}" destId="{6756E1BE-F73E-4527-81C1-6B23047D53C0}" srcOrd="1" destOrd="0" presId="urn:microsoft.com/office/officeart/2018/2/layout/IconVerticalSolidList"/>
    <dgm:cxn modelId="{71174DC9-107B-4C2F-9004-C158D0CF4649}" type="presParOf" srcId="{5E5B9FE9-01F4-4461-AEA0-6ED26751DD7A}" destId="{C4474376-1F56-4B1E-A5C4-C6952DC337C3}" srcOrd="2" destOrd="0" presId="urn:microsoft.com/office/officeart/2018/2/layout/IconVerticalSolidList"/>
    <dgm:cxn modelId="{5D1D7206-1B5A-4429-9322-62E547967449}" type="presParOf" srcId="{5E5B9FE9-01F4-4461-AEA0-6ED26751DD7A}" destId="{C591BE83-50E2-4FF5-9906-93174CD42342}" srcOrd="3" destOrd="0" presId="urn:microsoft.com/office/officeart/2018/2/layout/IconVerticalSolidList"/>
    <dgm:cxn modelId="{6761EBD0-06CD-486C-8466-848B306D78F2}" type="presParOf" srcId="{DA945839-A7B4-4A2F-9E38-E3CA186F8E21}" destId="{F2863E18-01DA-4F42-ACCF-0F0E7FFC1CBF}" srcOrd="3" destOrd="0" presId="urn:microsoft.com/office/officeart/2018/2/layout/IconVerticalSolidList"/>
    <dgm:cxn modelId="{545E78DE-57A8-45EB-AC28-143BB415F29B}" type="presParOf" srcId="{DA945839-A7B4-4A2F-9E38-E3CA186F8E21}" destId="{770E512F-5379-4BD7-9C0C-C1F162FB2824}" srcOrd="4" destOrd="0" presId="urn:microsoft.com/office/officeart/2018/2/layout/IconVerticalSolidList"/>
    <dgm:cxn modelId="{5CBF9F0A-05D8-4DD4-BD8F-66E84664585F}" type="presParOf" srcId="{770E512F-5379-4BD7-9C0C-C1F162FB2824}" destId="{4B648E5E-C011-4405-8E1B-06D33294D695}" srcOrd="0" destOrd="0" presId="urn:microsoft.com/office/officeart/2018/2/layout/IconVerticalSolidList"/>
    <dgm:cxn modelId="{FC9501A3-1FC3-4C36-930E-43DB4A6249A0}" type="presParOf" srcId="{770E512F-5379-4BD7-9C0C-C1F162FB2824}" destId="{8AFDE666-3ECF-4E64-B3E6-F1848731EE7C}" srcOrd="1" destOrd="0" presId="urn:microsoft.com/office/officeart/2018/2/layout/IconVerticalSolidList"/>
    <dgm:cxn modelId="{ED7F3E61-B1FB-452A-991F-C10EAC610815}" type="presParOf" srcId="{770E512F-5379-4BD7-9C0C-C1F162FB2824}" destId="{487D20EA-6CA1-4F86-BDA3-53E5B00FD091}" srcOrd="2" destOrd="0" presId="urn:microsoft.com/office/officeart/2018/2/layout/IconVerticalSolidList"/>
    <dgm:cxn modelId="{29B99DA4-7DBE-4C10-A45A-0DCB8BE55F3F}" type="presParOf" srcId="{770E512F-5379-4BD7-9C0C-C1F162FB2824}" destId="{BF4CD4AD-B125-4696-BBB3-384C2878CA71}" srcOrd="3" destOrd="0" presId="urn:microsoft.com/office/officeart/2018/2/layout/IconVerticalSolidList"/>
    <dgm:cxn modelId="{CA2AC2E8-6FB3-41FE-8CF1-456A3553D993}" type="presParOf" srcId="{DA945839-A7B4-4A2F-9E38-E3CA186F8E21}" destId="{38389B73-5C1C-4681-B25E-CEB6DC24E13B}" srcOrd="5" destOrd="0" presId="urn:microsoft.com/office/officeart/2018/2/layout/IconVerticalSolidList"/>
    <dgm:cxn modelId="{9528A018-2CC3-4F52-BFC3-CEDD582CB96F}" type="presParOf" srcId="{DA945839-A7B4-4A2F-9E38-E3CA186F8E21}" destId="{6711D36E-4B9B-4662-8A3E-7956397EA460}" srcOrd="6" destOrd="0" presId="urn:microsoft.com/office/officeart/2018/2/layout/IconVerticalSolidList"/>
    <dgm:cxn modelId="{BEE86C0A-C1B6-4CC5-B26E-E488905824D5}" type="presParOf" srcId="{6711D36E-4B9B-4662-8A3E-7956397EA460}" destId="{CD3FDA50-4551-4B9F-81B6-3815DCCE0940}" srcOrd="0" destOrd="0" presId="urn:microsoft.com/office/officeart/2018/2/layout/IconVerticalSolidList"/>
    <dgm:cxn modelId="{F767D4ED-5A33-4323-B49F-4ED55E37CB4A}" type="presParOf" srcId="{6711D36E-4B9B-4662-8A3E-7956397EA460}" destId="{1E3F8B39-83A0-4FC5-9AA0-AB642EBA9E1E}" srcOrd="1" destOrd="0" presId="urn:microsoft.com/office/officeart/2018/2/layout/IconVerticalSolidList"/>
    <dgm:cxn modelId="{725F6544-E280-45BA-8C14-00D70C654BCC}" type="presParOf" srcId="{6711D36E-4B9B-4662-8A3E-7956397EA460}" destId="{EE29106C-46FE-4FA6-A5FE-ABD2E17A5296}" srcOrd="2" destOrd="0" presId="urn:microsoft.com/office/officeart/2018/2/layout/IconVerticalSolidList"/>
    <dgm:cxn modelId="{EFAA0029-A9DB-4D3B-B978-F86300000FE2}" type="presParOf" srcId="{6711D36E-4B9B-4662-8A3E-7956397EA460}" destId="{E628A306-9B6B-40F9-B339-3DE920855C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48D6F28-C1D5-464B-83BA-449394E29DCC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1E8B6F9-2380-429B-B7BC-4E4A6F9F8AB7}">
      <dgm:prSet/>
      <dgm:spPr/>
      <dgm:t>
        <a:bodyPr/>
        <a:lstStyle/>
        <a:p>
          <a:r>
            <a:rPr lang="en-US"/>
            <a:t>Registry-centric government model</a:t>
          </a:r>
        </a:p>
      </dgm:t>
    </dgm:pt>
    <dgm:pt modelId="{6A8C53D3-136A-4097-8E72-2050DD4553CF}" type="parTrans" cxnId="{4D1ACBA5-8F92-4062-943D-0983E087E8EC}">
      <dgm:prSet/>
      <dgm:spPr/>
      <dgm:t>
        <a:bodyPr/>
        <a:lstStyle/>
        <a:p>
          <a:endParaRPr lang="en-US"/>
        </a:p>
      </dgm:t>
    </dgm:pt>
    <dgm:pt modelId="{EBC9331A-E772-4D8C-80D8-96AD58C6E3B6}" type="sibTrans" cxnId="{4D1ACBA5-8F92-4062-943D-0983E087E8EC}">
      <dgm:prSet/>
      <dgm:spPr/>
      <dgm:t>
        <a:bodyPr/>
        <a:lstStyle/>
        <a:p>
          <a:endParaRPr lang="en-US"/>
        </a:p>
      </dgm:t>
    </dgm:pt>
    <dgm:pt modelId="{7EC520AE-F71A-449F-8B8D-7F2D4D05BA87}">
      <dgm:prSet/>
      <dgm:spPr/>
      <dgm:t>
        <a:bodyPr/>
        <a:lstStyle/>
        <a:p>
          <a:r>
            <a:rPr lang="en-US"/>
            <a:t>Records-by-design architecture</a:t>
          </a:r>
        </a:p>
      </dgm:t>
    </dgm:pt>
    <dgm:pt modelId="{5FAE84C8-6E94-48C1-BBBE-10EC1D46F55A}" type="parTrans" cxnId="{1F1303E9-BADB-4718-BFA2-7F319FA6BB47}">
      <dgm:prSet/>
      <dgm:spPr/>
      <dgm:t>
        <a:bodyPr/>
        <a:lstStyle/>
        <a:p>
          <a:endParaRPr lang="en-US"/>
        </a:p>
      </dgm:t>
    </dgm:pt>
    <dgm:pt modelId="{BBA979FB-CFF8-4F14-A98E-91603C40E7D3}" type="sibTrans" cxnId="{1F1303E9-BADB-4718-BFA2-7F319FA6BB47}">
      <dgm:prSet/>
      <dgm:spPr/>
      <dgm:t>
        <a:bodyPr/>
        <a:lstStyle/>
        <a:p>
          <a:endParaRPr lang="en-US"/>
        </a:p>
      </dgm:t>
    </dgm:pt>
    <dgm:pt modelId="{C5134C51-E2ED-435E-AFE2-310883823E71}">
      <dgm:prSet/>
      <dgm:spPr/>
      <dgm:t>
        <a:bodyPr/>
        <a:lstStyle/>
        <a:p>
          <a:r>
            <a:rPr lang="en-US"/>
            <a:t>Interoperability-by-design (GIF)</a:t>
          </a:r>
        </a:p>
      </dgm:t>
    </dgm:pt>
    <dgm:pt modelId="{11DD99F0-70CE-4298-A457-7B04A5B10CD5}" type="parTrans" cxnId="{31025F6C-9757-48E7-8ABF-C1DCF7F62AB2}">
      <dgm:prSet/>
      <dgm:spPr/>
      <dgm:t>
        <a:bodyPr/>
        <a:lstStyle/>
        <a:p>
          <a:endParaRPr lang="en-US"/>
        </a:p>
      </dgm:t>
    </dgm:pt>
    <dgm:pt modelId="{BA0E2002-9F6F-4261-B8F8-032C111B077D}" type="sibTrans" cxnId="{31025F6C-9757-48E7-8ABF-C1DCF7F62AB2}">
      <dgm:prSet/>
      <dgm:spPr/>
      <dgm:t>
        <a:bodyPr/>
        <a:lstStyle/>
        <a:p>
          <a:endParaRPr lang="en-US"/>
        </a:p>
      </dgm:t>
    </dgm:pt>
    <dgm:pt modelId="{4AEF3508-F872-4496-B965-435884923FCC}">
      <dgm:prSet/>
      <dgm:spPr/>
      <dgm:t>
        <a:bodyPr/>
        <a:lstStyle/>
        <a:p>
          <a:r>
            <a:rPr lang="en-US"/>
            <a:t>Automation through workflow orchestration</a:t>
          </a:r>
        </a:p>
      </dgm:t>
    </dgm:pt>
    <dgm:pt modelId="{CCCD8089-19B6-448C-A383-09DD6F74ABEB}" type="parTrans" cxnId="{2B640B77-CE46-4104-93A5-C3ACF8567696}">
      <dgm:prSet/>
      <dgm:spPr/>
      <dgm:t>
        <a:bodyPr/>
        <a:lstStyle/>
        <a:p>
          <a:endParaRPr lang="en-US"/>
        </a:p>
      </dgm:t>
    </dgm:pt>
    <dgm:pt modelId="{19858F8E-A5CF-4AB9-8C92-F71FC988C148}" type="sibTrans" cxnId="{2B640B77-CE46-4104-93A5-C3ACF8567696}">
      <dgm:prSet/>
      <dgm:spPr/>
      <dgm:t>
        <a:bodyPr/>
        <a:lstStyle/>
        <a:p>
          <a:endParaRPr lang="en-US"/>
        </a:p>
      </dgm:t>
    </dgm:pt>
    <dgm:pt modelId="{4C938F62-AFA3-7942-ABE1-16474AD987CD}" type="pres">
      <dgm:prSet presAssocID="{548D6F28-C1D5-464B-83BA-449394E29DCC}" presName="matrix" presStyleCnt="0">
        <dgm:presLayoutVars>
          <dgm:chMax val="1"/>
          <dgm:dir/>
          <dgm:resizeHandles val="exact"/>
        </dgm:presLayoutVars>
      </dgm:prSet>
      <dgm:spPr/>
    </dgm:pt>
    <dgm:pt modelId="{A6CD022E-7977-A44D-BEB2-9A011550D739}" type="pres">
      <dgm:prSet presAssocID="{548D6F28-C1D5-464B-83BA-449394E29DCC}" presName="diamond" presStyleLbl="bgShp" presStyleIdx="0" presStyleCnt="1"/>
      <dgm:spPr/>
    </dgm:pt>
    <dgm:pt modelId="{23A509BD-8011-5949-A739-C8A596E08CBB}" type="pres">
      <dgm:prSet presAssocID="{548D6F28-C1D5-464B-83BA-449394E29DC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3D963B2-A8FC-954A-8FD7-BFDF4E227FD2}" type="pres">
      <dgm:prSet presAssocID="{548D6F28-C1D5-464B-83BA-449394E29DC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3F864EC-D12E-9845-9B04-4E0F0EB8CF46}" type="pres">
      <dgm:prSet presAssocID="{548D6F28-C1D5-464B-83BA-449394E29DC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8705705-F072-6A45-8874-38B6E153CE22}" type="pres">
      <dgm:prSet presAssocID="{548D6F28-C1D5-464B-83BA-449394E29DC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3C64D1C-8E62-7849-BEAF-520370F2F764}" type="presOf" srcId="{C5134C51-E2ED-435E-AFE2-310883823E71}" destId="{23F864EC-D12E-9845-9B04-4E0F0EB8CF46}" srcOrd="0" destOrd="0" presId="urn:microsoft.com/office/officeart/2005/8/layout/matrix3"/>
    <dgm:cxn modelId="{D8164E3A-EB56-E74C-AAEF-AE018DA2ACB3}" type="presOf" srcId="{4AEF3508-F872-4496-B965-435884923FCC}" destId="{F8705705-F072-6A45-8874-38B6E153CE22}" srcOrd="0" destOrd="0" presId="urn:microsoft.com/office/officeart/2005/8/layout/matrix3"/>
    <dgm:cxn modelId="{24CEC646-EC1A-2F44-B95C-22A719E0FD39}" type="presOf" srcId="{548D6F28-C1D5-464B-83BA-449394E29DCC}" destId="{4C938F62-AFA3-7942-ABE1-16474AD987CD}" srcOrd="0" destOrd="0" presId="urn:microsoft.com/office/officeart/2005/8/layout/matrix3"/>
    <dgm:cxn modelId="{0D9F444C-51AD-0743-8FB0-A1A67BAB631C}" type="presOf" srcId="{7EC520AE-F71A-449F-8B8D-7F2D4D05BA87}" destId="{A3D963B2-A8FC-954A-8FD7-BFDF4E227FD2}" srcOrd="0" destOrd="0" presId="urn:microsoft.com/office/officeart/2005/8/layout/matrix3"/>
    <dgm:cxn modelId="{31025F6C-9757-48E7-8ABF-C1DCF7F62AB2}" srcId="{548D6F28-C1D5-464B-83BA-449394E29DCC}" destId="{C5134C51-E2ED-435E-AFE2-310883823E71}" srcOrd="2" destOrd="0" parTransId="{11DD99F0-70CE-4298-A457-7B04A5B10CD5}" sibTransId="{BA0E2002-9F6F-4261-B8F8-032C111B077D}"/>
    <dgm:cxn modelId="{2B640B77-CE46-4104-93A5-C3ACF8567696}" srcId="{548D6F28-C1D5-464B-83BA-449394E29DCC}" destId="{4AEF3508-F872-4496-B965-435884923FCC}" srcOrd="3" destOrd="0" parTransId="{CCCD8089-19B6-448C-A383-09DD6F74ABEB}" sibTransId="{19858F8E-A5CF-4AB9-8C92-F71FC988C148}"/>
    <dgm:cxn modelId="{1B567AA4-9840-7B4F-9302-23464E77005A}" type="presOf" srcId="{71E8B6F9-2380-429B-B7BC-4E4A6F9F8AB7}" destId="{23A509BD-8011-5949-A739-C8A596E08CBB}" srcOrd="0" destOrd="0" presId="urn:microsoft.com/office/officeart/2005/8/layout/matrix3"/>
    <dgm:cxn modelId="{4D1ACBA5-8F92-4062-943D-0983E087E8EC}" srcId="{548D6F28-C1D5-464B-83BA-449394E29DCC}" destId="{71E8B6F9-2380-429B-B7BC-4E4A6F9F8AB7}" srcOrd="0" destOrd="0" parTransId="{6A8C53D3-136A-4097-8E72-2050DD4553CF}" sibTransId="{EBC9331A-E772-4D8C-80D8-96AD58C6E3B6}"/>
    <dgm:cxn modelId="{1F1303E9-BADB-4718-BFA2-7F319FA6BB47}" srcId="{548D6F28-C1D5-464B-83BA-449394E29DCC}" destId="{7EC520AE-F71A-449F-8B8D-7F2D4D05BA87}" srcOrd="1" destOrd="0" parTransId="{5FAE84C8-6E94-48C1-BBBE-10EC1D46F55A}" sibTransId="{BBA979FB-CFF8-4F14-A98E-91603C40E7D3}"/>
    <dgm:cxn modelId="{F38AD898-B3CD-A748-99BB-56EB0CF73BAA}" type="presParOf" srcId="{4C938F62-AFA3-7942-ABE1-16474AD987CD}" destId="{A6CD022E-7977-A44D-BEB2-9A011550D739}" srcOrd="0" destOrd="0" presId="urn:microsoft.com/office/officeart/2005/8/layout/matrix3"/>
    <dgm:cxn modelId="{95377346-C2A4-FB4B-BC35-4FD9620B473A}" type="presParOf" srcId="{4C938F62-AFA3-7942-ABE1-16474AD987CD}" destId="{23A509BD-8011-5949-A739-C8A596E08CBB}" srcOrd="1" destOrd="0" presId="urn:microsoft.com/office/officeart/2005/8/layout/matrix3"/>
    <dgm:cxn modelId="{5EA5E237-C33E-194C-9EAF-0DCD5A87FBEF}" type="presParOf" srcId="{4C938F62-AFA3-7942-ABE1-16474AD987CD}" destId="{A3D963B2-A8FC-954A-8FD7-BFDF4E227FD2}" srcOrd="2" destOrd="0" presId="urn:microsoft.com/office/officeart/2005/8/layout/matrix3"/>
    <dgm:cxn modelId="{33D34A8F-45B4-614F-8CD4-106FE73E7C4E}" type="presParOf" srcId="{4C938F62-AFA3-7942-ABE1-16474AD987CD}" destId="{23F864EC-D12E-9845-9B04-4E0F0EB8CF46}" srcOrd="3" destOrd="0" presId="urn:microsoft.com/office/officeart/2005/8/layout/matrix3"/>
    <dgm:cxn modelId="{B72B3CE9-D490-0941-B955-31A50C6FACA9}" type="presParOf" srcId="{4C938F62-AFA3-7942-ABE1-16474AD987CD}" destId="{F8705705-F072-6A45-8874-38B6E153CE2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E70B489-F845-40D9-A5DD-D7D8FD0651D1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0DCFAE-ED91-4093-85C7-635490132FBB}">
      <dgm:prSet/>
      <dgm:spPr/>
      <dgm:t>
        <a:bodyPr/>
        <a:lstStyle/>
        <a:p>
          <a:r>
            <a:rPr lang="en-US"/>
            <a:t>Central: Multi-Agency Technical Committee (MATC)</a:t>
          </a:r>
        </a:p>
      </dgm:t>
    </dgm:pt>
    <dgm:pt modelId="{A185BE52-256F-4FE2-804A-E9AE6A8D7BFC}" type="parTrans" cxnId="{D0D27434-F71D-4D42-90DE-E2AAEE8AAE07}">
      <dgm:prSet/>
      <dgm:spPr/>
      <dgm:t>
        <a:bodyPr/>
        <a:lstStyle/>
        <a:p>
          <a:endParaRPr lang="en-US"/>
        </a:p>
      </dgm:t>
    </dgm:pt>
    <dgm:pt modelId="{9A1F3931-FC5B-4C93-B42A-AE8C827C8B3F}" type="sibTrans" cxnId="{D0D27434-F71D-4D42-90DE-E2AAEE8AAE07}">
      <dgm:prSet/>
      <dgm:spPr/>
      <dgm:t>
        <a:bodyPr/>
        <a:lstStyle/>
        <a:p>
          <a:endParaRPr lang="en-US"/>
        </a:p>
      </dgm:t>
    </dgm:pt>
    <dgm:pt modelId="{52FFEF0D-CEE6-4CA6-AF62-21BA323636FA}">
      <dgm:prSet/>
      <dgm:spPr/>
      <dgm:t>
        <a:bodyPr/>
        <a:lstStyle/>
        <a:p>
          <a:r>
            <a:rPr lang="en-US"/>
            <a:t>Sector: Digital Transformation Working Groups</a:t>
          </a:r>
        </a:p>
      </dgm:t>
    </dgm:pt>
    <dgm:pt modelId="{61B65180-0DF2-4BAA-8906-4D02AE17FA9C}" type="parTrans" cxnId="{48BD075E-CA9E-4C3D-A85E-A7CA096CB583}">
      <dgm:prSet/>
      <dgm:spPr/>
      <dgm:t>
        <a:bodyPr/>
        <a:lstStyle/>
        <a:p>
          <a:endParaRPr lang="en-US"/>
        </a:p>
      </dgm:t>
    </dgm:pt>
    <dgm:pt modelId="{DD1E58FF-A71E-480A-9498-01A20BA0AEC5}" type="sibTrans" cxnId="{48BD075E-CA9E-4C3D-A85E-A7CA096CB583}">
      <dgm:prSet/>
      <dgm:spPr/>
      <dgm:t>
        <a:bodyPr/>
        <a:lstStyle/>
        <a:p>
          <a:endParaRPr lang="en-US"/>
        </a:p>
      </dgm:t>
    </dgm:pt>
    <dgm:pt modelId="{336FE07B-EF88-44ED-9FAF-FB2C4095DCE6}">
      <dgm:prSet/>
      <dgm:spPr/>
      <dgm:t>
        <a:bodyPr/>
        <a:lstStyle/>
        <a:p>
          <a:r>
            <a:rPr lang="en-US"/>
            <a:t>MDA: Coordination Cells</a:t>
          </a:r>
        </a:p>
      </dgm:t>
    </dgm:pt>
    <dgm:pt modelId="{49CA0E67-9173-46CD-BC14-4E5E05DF619B}" type="parTrans" cxnId="{4B5567DD-6C4F-403B-B8A8-D85397863F21}">
      <dgm:prSet/>
      <dgm:spPr/>
      <dgm:t>
        <a:bodyPr/>
        <a:lstStyle/>
        <a:p>
          <a:endParaRPr lang="en-US"/>
        </a:p>
      </dgm:t>
    </dgm:pt>
    <dgm:pt modelId="{CA1ADE61-2AB5-4A91-88F6-4DF3EE3BBAFB}" type="sibTrans" cxnId="{4B5567DD-6C4F-403B-B8A8-D85397863F21}">
      <dgm:prSet/>
      <dgm:spPr/>
      <dgm:t>
        <a:bodyPr/>
        <a:lstStyle/>
        <a:p>
          <a:endParaRPr lang="en-US"/>
        </a:p>
      </dgm:t>
    </dgm:pt>
    <dgm:pt modelId="{19A9199A-B833-485A-ABC9-EAB0F24BA339}">
      <dgm:prSet/>
      <dgm:spPr/>
      <dgm:t>
        <a:bodyPr/>
        <a:lstStyle/>
        <a:p>
          <a:r>
            <a:rPr lang="en-US"/>
            <a:t>Clear accountability and enforcement</a:t>
          </a:r>
        </a:p>
      </dgm:t>
    </dgm:pt>
    <dgm:pt modelId="{20720721-4344-44EB-87D7-53ED891AA36B}" type="parTrans" cxnId="{B7233BE7-F0A9-4A0A-831F-C239F9F73872}">
      <dgm:prSet/>
      <dgm:spPr/>
      <dgm:t>
        <a:bodyPr/>
        <a:lstStyle/>
        <a:p>
          <a:endParaRPr lang="en-US"/>
        </a:p>
      </dgm:t>
    </dgm:pt>
    <dgm:pt modelId="{1252361A-C0F6-4B8B-91AE-60D90861010E}" type="sibTrans" cxnId="{B7233BE7-F0A9-4A0A-831F-C239F9F73872}">
      <dgm:prSet/>
      <dgm:spPr/>
      <dgm:t>
        <a:bodyPr/>
        <a:lstStyle/>
        <a:p>
          <a:endParaRPr lang="en-US"/>
        </a:p>
      </dgm:t>
    </dgm:pt>
    <dgm:pt modelId="{277B01A2-352E-9C4C-899E-4153F17B9977}" type="pres">
      <dgm:prSet presAssocID="{5E70B489-F845-40D9-A5DD-D7D8FD0651D1}" presName="matrix" presStyleCnt="0">
        <dgm:presLayoutVars>
          <dgm:chMax val="1"/>
          <dgm:dir/>
          <dgm:resizeHandles val="exact"/>
        </dgm:presLayoutVars>
      </dgm:prSet>
      <dgm:spPr/>
    </dgm:pt>
    <dgm:pt modelId="{979D1016-4765-3842-89F7-52757A79F169}" type="pres">
      <dgm:prSet presAssocID="{5E70B489-F845-40D9-A5DD-D7D8FD0651D1}" presName="diamond" presStyleLbl="bgShp" presStyleIdx="0" presStyleCnt="1"/>
      <dgm:spPr/>
    </dgm:pt>
    <dgm:pt modelId="{C715752F-8987-2C42-9A62-E902FDBDD32A}" type="pres">
      <dgm:prSet presAssocID="{5E70B489-F845-40D9-A5DD-D7D8FD0651D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6EBCAD0-24A1-C448-BE59-2D991DD9395F}" type="pres">
      <dgm:prSet presAssocID="{5E70B489-F845-40D9-A5DD-D7D8FD0651D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C2AC381-C91B-2949-962B-9CDF0F908955}" type="pres">
      <dgm:prSet presAssocID="{5E70B489-F845-40D9-A5DD-D7D8FD0651D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1D60960-03D6-F14A-AA74-C52E0C2B8AB4}" type="pres">
      <dgm:prSet presAssocID="{5E70B489-F845-40D9-A5DD-D7D8FD0651D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032CC16-57DD-F749-AB8A-15E772AB48D0}" type="presOf" srcId="{BB0DCFAE-ED91-4093-85C7-635490132FBB}" destId="{C715752F-8987-2C42-9A62-E902FDBDD32A}" srcOrd="0" destOrd="0" presId="urn:microsoft.com/office/officeart/2005/8/layout/matrix3"/>
    <dgm:cxn modelId="{1C9FF11F-86D0-5143-A808-5475C741CE4D}" type="presOf" srcId="{19A9199A-B833-485A-ABC9-EAB0F24BA339}" destId="{11D60960-03D6-F14A-AA74-C52E0C2B8AB4}" srcOrd="0" destOrd="0" presId="urn:microsoft.com/office/officeart/2005/8/layout/matrix3"/>
    <dgm:cxn modelId="{D0D27434-F71D-4D42-90DE-E2AAEE8AAE07}" srcId="{5E70B489-F845-40D9-A5DD-D7D8FD0651D1}" destId="{BB0DCFAE-ED91-4093-85C7-635490132FBB}" srcOrd="0" destOrd="0" parTransId="{A185BE52-256F-4FE2-804A-E9AE6A8D7BFC}" sibTransId="{9A1F3931-FC5B-4C93-B42A-AE8C827C8B3F}"/>
    <dgm:cxn modelId="{48BD075E-CA9E-4C3D-A85E-A7CA096CB583}" srcId="{5E70B489-F845-40D9-A5DD-D7D8FD0651D1}" destId="{52FFEF0D-CEE6-4CA6-AF62-21BA323636FA}" srcOrd="1" destOrd="0" parTransId="{61B65180-0DF2-4BAA-8906-4D02AE17FA9C}" sibTransId="{DD1E58FF-A71E-480A-9498-01A20BA0AEC5}"/>
    <dgm:cxn modelId="{213E8569-4621-A04F-B88F-79185D1128F6}" type="presOf" srcId="{52FFEF0D-CEE6-4CA6-AF62-21BA323636FA}" destId="{46EBCAD0-24A1-C448-BE59-2D991DD9395F}" srcOrd="0" destOrd="0" presId="urn:microsoft.com/office/officeart/2005/8/layout/matrix3"/>
    <dgm:cxn modelId="{71D846A7-3D35-A645-BBCE-407E4280341C}" type="presOf" srcId="{336FE07B-EF88-44ED-9FAF-FB2C4095DCE6}" destId="{BC2AC381-C91B-2949-962B-9CDF0F908955}" srcOrd="0" destOrd="0" presId="urn:microsoft.com/office/officeart/2005/8/layout/matrix3"/>
    <dgm:cxn modelId="{3CBAC6DC-9451-AC48-BD7F-E9242800CE3F}" type="presOf" srcId="{5E70B489-F845-40D9-A5DD-D7D8FD0651D1}" destId="{277B01A2-352E-9C4C-899E-4153F17B9977}" srcOrd="0" destOrd="0" presId="urn:microsoft.com/office/officeart/2005/8/layout/matrix3"/>
    <dgm:cxn modelId="{4B5567DD-6C4F-403B-B8A8-D85397863F21}" srcId="{5E70B489-F845-40D9-A5DD-D7D8FD0651D1}" destId="{336FE07B-EF88-44ED-9FAF-FB2C4095DCE6}" srcOrd="2" destOrd="0" parTransId="{49CA0E67-9173-46CD-BC14-4E5E05DF619B}" sibTransId="{CA1ADE61-2AB5-4A91-88F6-4DF3EE3BBAFB}"/>
    <dgm:cxn modelId="{B7233BE7-F0A9-4A0A-831F-C239F9F73872}" srcId="{5E70B489-F845-40D9-A5DD-D7D8FD0651D1}" destId="{19A9199A-B833-485A-ABC9-EAB0F24BA339}" srcOrd="3" destOrd="0" parTransId="{20720721-4344-44EB-87D7-53ED891AA36B}" sibTransId="{1252361A-C0F6-4B8B-91AE-60D90861010E}"/>
    <dgm:cxn modelId="{30FE59C1-3B7F-C246-B51E-6F8B965574C1}" type="presParOf" srcId="{277B01A2-352E-9C4C-899E-4153F17B9977}" destId="{979D1016-4765-3842-89F7-52757A79F169}" srcOrd="0" destOrd="0" presId="urn:microsoft.com/office/officeart/2005/8/layout/matrix3"/>
    <dgm:cxn modelId="{CBDE973A-2B24-DB42-84A0-4A5CA8A637F2}" type="presParOf" srcId="{277B01A2-352E-9C4C-899E-4153F17B9977}" destId="{C715752F-8987-2C42-9A62-E902FDBDD32A}" srcOrd="1" destOrd="0" presId="urn:microsoft.com/office/officeart/2005/8/layout/matrix3"/>
    <dgm:cxn modelId="{BFE8FCB6-C175-5441-A922-22C8B25F0D64}" type="presParOf" srcId="{277B01A2-352E-9C4C-899E-4153F17B9977}" destId="{46EBCAD0-24A1-C448-BE59-2D991DD9395F}" srcOrd="2" destOrd="0" presId="urn:microsoft.com/office/officeart/2005/8/layout/matrix3"/>
    <dgm:cxn modelId="{DD24639D-112D-CC40-B59D-653CF1F8139E}" type="presParOf" srcId="{277B01A2-352E-9C4C-899E-4153F17B9977}" destId="{BC2AC381-C91B-2949-962B-9CDF0F908955}" srcOrd="3" destOrd="0" presId="urn:microsoft.com/office/officeart/2005/8/layout/matrix3"/>
    <dgm:cxn modelId="{16902E8E-88C1-654B-9D8A-EF7E7C6DC36A}" type="presParOf" srcId="{277B01A2-352E-9C4C-899E-4153F17B9977}" destId="{11D60960-03D6-F14A-AA74-C52E0C2B8AB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F458B1-8763-4163-A245-52C46910B9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897DE07-01DB-4E33-AE54-7BA10F2AAC74}">
      <dgm:prSet/>
      <dgm:spPr/>
      <dgm:t>
        <a:bodyPr/>
        <a:lstStyle/>
        <a:p>
          <a:r>
            <a:rPr lang="en-US"/>
            <a:t>Architecture compliance gates</a:t>
          </a:r>
        </a:p>
      </dgm:t>
    </dgm:pt>
    <dgm:pt modelId="{B44340B7-7D40-4DE2-AC7F-515CB48F1BDD}" type="parTrans" cxnId="{1524C549-3FD8-4D3D-87C9-BEB5BCE63709}">
      <dgm:prSet/>
      <dgm:spPr/>
      <dgm:t>
        <a:bodyPr/>
        <a:lstStyle/>
        <a:p>
          <a:endParaRPr lang="en-US"/>
        </a:p>
      </dgm:t>
    </dgm:pt>
    <dgm:pt modelId="{74EFE8C2-79E6-418C-A83D-BC21B52F49F1}" type="sibTrans" cxnId="{1524C549-3FD8-4D3D-87C9-BEB5BCE63709}">
      <dgm:prSet/>
      <dgm:spPr/>
      <dgm:t>
        <a:bodyPr/>
        <a:lstStyle/>
        <a:p>
          <a:endParaRPr lang="en-US"/>
        </a:p>
      </dgm:t>
    </dgm:pt>
    <dgm:pt modelId="{A06686CE-AD2A-444C-BB2F-5BC1EFCE6E34}">
      <dgm:prSet/>
      <dgm:spPr/>
      <dgm:t>
        <a:bodyPr/>
        <a:lstStyle/>
        <a:p>
          <a:r>
            <a:rPr lang="en-US"/>
            <a:t>Data protection and DPIA checks</a:t>
          </a:r>
        </a:p>
      </dgm:t>
    </dgm:pt>
    <dgm:pt modelId="{F128E4A8-0F35-48CB-B917-E32E08AFFB75}" type="parTrans" cxnId="{4A26FD2B-5135-4B69-8F83-4EBAD6D919A3}">
      <dgm:prSet/>
      <dgm:spPr/>
      <dgm:t>
        <a:bodyPr/>
        <a:lstStyle/>
        <a:p>
          <a:endParaRPr lang="en-US"/>
        </a:p>
      </dgm:t>
    </dgm:pt>
    <dgm:pt modelId="{290F1A4A-66A0-424D-8CE6-C95C93C513CB}" type="sibTrans" cxnId="{4A26FD2B-5135-4B69-8F83-4EBAD6D919A3}">
      <dgm:prSet/>
      <dgm:spPr/>
      <dgm:t>
        <a:bodyPr/>
        <a:lstStyle/>
        <a:p>
          <a:endParaRPr lang="en-US"/>
        </a:p>
      </dgm:t>
    </dgm:pt>
    <dgm:pt modelId="{45FEB005-AA14-455A-934E-3D16053BC7E1}">
      <dgm:prSet/>
      <dgm:spPr/>
      <dgm:t>
        <a:bodyPr/>
        <a:lstStyle/>
        <a:p>
          <a:r>
            <a:rPr lang="en-US"/>
            <a:t>Cybersecurity baseline enforcement</a:t>
          </a:r>
        </a:p>
      </dgm:t>
    </dgm:pt>
    <dgm:pt modelId="{22AAAA50-D31E-4ECE-9481-CF5A0AFBD892}" type="parTrans" cxnId="{9E532A7B-DCE6-43F2-8431-916A96171916}">
      <dgm:prSet/>
      <dgm:spPr/>
      <dgm:t>
        <a:bodyPr/>
        <a:lstStyle/>
        <a:p>
          <a:endParaRPr lang="en-US"/>
        </a:p>
      </dgm:t>
    </dgm:pt>
    <dgm:pt modelId="{E43DBB68-9C79-4E50-8124-726A97F3771D}" type="sibTrans" cxnId="{9E532A7B-DCE6-43F2-8431-916A96171916}">
      <dgm:prSet/>
      <dgm:spPr/>
      <dgm:t>
        <a:bodyPr/>
        <a:lstStyle/>
        <a:p>
          <a:endParaRPr lang="en-US"/>
        </a:p>
      </dgm:t>
    </dgm:pt>
    <dgm:pt modelId="{33AEDF4E-9914-4FB4-B86F-0731625659CE}">
      <dgm:prSet/>
      <dgm:spPr/>
      <dgm:t>
        <a:bodyPr/>
        <a:lstStyle/>
        <a:p>
          <a:r>
            <a:rPr lang="en-US"/>
            <a:t>Records compliance validation</a:t>
          </a:r>
        </a:p>
      </dgm:t>
    </dgm:pt>
    <dgm:pt modelId="{7F01BBEE-03D7-429B-AC00-BF17CC762F80}" type="parTrans" cxnId="{5F4196D0-CB30-444B-B3CF-F8D580DD119E}">
      <dgm:prSet/>
      <dgm:spPr/>
      <dgm:t>
        <a:bodyPr/>
        <a:lstStyle/>
        <a:p>
          <a:endParaRPr lang="en-US"/>
        </a:p>
      </dgm:t>
    </dgm:pt>
    <dgm:pt modelId="{7F4D0610-0807-414C-B361-B79BC7A316F8}" type="sibTrans" cxnId="{5F4196D0-CB30-444B-B3CF-F8D580DD119E}">
      <dgm:prSet/>
      <dgm:spPr/>
      <dgm:t>
        <a:bodyPr/>
        <a:lstStyle/>
        <a:p>
          <a:endParaRPr lang="en-US"/>
        </a:p>
      </dgm:t>
    </dgm:pt>
    <dgm:pt modelId="{A3ABDEA5-873A-AB45-8825-5791CACA43F5}" type="pres">
      <dgm:prSet presAssocID="{69F458B1-8763-4163-A245-52C46910B94A}" presName="linear" presStyleCnt="0">
        <dgm:presLayoutVars>
          <dgm:animLvl val="lvl"/>
          <dgm:resizeHandles val="exact"/>
        </dgm:presLayoutVars>
      </dgm:prSet>
      <dgm:spPr/>
    </dgm:pt>
    <dgm:pt modelId="{688FBDC0-E256-7F43-8BB9-4D8A8D003191}" type="pres">
      <dgm:prSet presAssocID="{5897DE07-01DB-4E33-AE54-7BA10F2AAC7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AF1BCAC-2C15-A94F-805E-1EAA33537A88}" type="pres">
      <dgm:prSet presAssocID="{74EFE8C2-79E6-418C-A83D-BC21B52F49F1}" presName="spacer" presStyleCnt="0"/>
      <dgm:spPr/>
    </dgm:pt>
    <dgm:pt modelId="{77CED06B-0DD8-214A-AD11-EBB85CA4ACD3}" type="pres">
      <dgm:prSet presAssocID="{A06686CE-AD2A-444C-BB2F-5BC1EFCE6E3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6ABCC20-89E9-274A-A671-59BDA1ADA0D0}" type="pres">
      <dgm:prSet presAssocID="{290F1A4A-66A0-424D-8CE6-C95C93C513CB}" presName="spacer" presStyleCnt="0"/>
      <dgm:spPr/>
    </dgm:pt>
    <dgm:pt modelId="{048173B1-DB7A-4749-A4EF-FC9AA0D9D29A}" type="pres">
      <dgm:prSet presAssocID="{45FEB005-AA14-455A-934E-3D16053BC7E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73536F-5410-C747-8DFC-D1CEE0ABD7D9}" type="pres">
      <dgm:prSet presAssocID="{E43DBB68-9C79-4E50-8124-726A97F3771D}" presName="spacer" presStyleCnt="0"/>
      <dgm:spPr/>
    </dgm:pt>
    <dgm:pt modelId="{9CF3BE7C-7229-C643-8FB3-769BFB5D994D}" type="pres">
      <dgm:prSet presAssocID="{33AEDF4E-9914-4FB4-B86F-0731625659C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FABED0B-F364-FF49-BA51-D7460FF7BF19}" type="presOf" srcId="{69F458B1-8763-4163-A245-52C46910B94A}" destId="{A3ABDEA5-873A-AB45-8825-5791CACA43F5}" srcOrd="0" destOrd="0" presId="urn:microsoft.com/office/officeart/2005/8/layout/vList2"/>
    <dgm:cxn modelId="{4A26FD2B-5135-4B69-8F83-4EBAD6D919A3}" srcId="{69F458B1-8763-4163-A245-52C46910B94A}" destId="{A06686CE-AD2A-444C-BB2F-5BC1EFCE6E34}" srcOrd="1" destOrd="0" parTransId="{F128E4A8-0F35-48CB-B917-E32E08AFFB75}" sibTransId="{290F1A4A-66A0-424D-8CE6-C95C93C513CB}"/>
    <dgm:cxn modelId="{5255BF45-36C4-3240-9C1D-51FFF20D121F}" type="presOf" srcId="{A06686CE-AD2A-444C-BB2F-5BC1EFCE6E34}" destId="{77CED06B-0DD8-214A-AD11-EBB85CA4ACD3}" srcOrd="0" destOrd="0" presId="urn:microsoft.com/office/officeart/2005/8/layout/vList2"/>
    <dgm:cxn modelId="{1524C549-3FD8-4D3D-87C9-BEB5BCE63709}" srcId="{69F458B1-8763-4163-A245-52C46910B94A}" destId="{5897DE07-01DB-4E33-AE54-7BA10F2AAC74}" srcOrd="0" destOrd="0" parTransId="{B44340B7-7D40-4DE2-AC7F-515CB48F1BDD}" sibTransId="{74EFE8C2-79E6-418C-A83D-BC21B52F49F1}"/>
    <dgm:cxn modelId="{9E532A7B-DCE6-43F2-8431-916A96171916}" srcId="{69F458B1-8763-4163-A245-52C46910B94A}" destId="{45FEB005-AA14-455A-934E-3D16053BC7E1}" srcOrd="2" destOrd="0" parTransId="{22AAAA50-D31E-4ECE-9481-CF5A0AFBD892}" sibTransId="{E43DBB68-9C79-4E50-8124-726A97F3771D}"/>
    <dgm:cxn modelId="{F95F14A1-B38B-594A-A286-2AF1E9624E49}" type="presOf" srcId="{45FEB005-AA14-455A-934E-3D16053BC7E1}" destId="{048173B1-DB7A-4749-A4EF-FC9AA0D9D29A}" srcOrd="0" destOrd="0" presId="urn:microsoft.com/office/officeart/2005/8/layout/vList2"/>
    <dgm:cxn modelId="{EA636DBD-1FF2-C04E-A327-4E5A9ACE7723}" type="presOf" srcId="{5897DE07-01DB-4E33-AE54-7BA10F2AAC74}" destId="{688FBDC0-E256-7F43-8BB9-4D8A8D003191}" srcOrd="0" destOrd="0" presId="urn:microsoft.com/office/officeart/2005/8/layout/vList2"/>
    <dgm:cxn modelId="{5F4196D0-CB30-444B-B3CF-F8D580DD119E}" srcId="{69F458B1-8763-4163-A245-52C46910B94A}" destId="{33AEDF4E-9914-4FB4-B86F-0731625659CE}" srcOrd="3" destOrd="0" parTransId="{7F01BBEE-03D7-429B-AC00-BF17CC762F80}" sibTransId="{7F4D0610-0807-414C-B361-B79BC7A316F8}"/>
    <dgm:cxn modelId="{24AE28EB-13F8-004A-9C80-74379B248AF2}" type="presOf" srcId="{33AEDF4E-9914-4FB4-B86F-0731625659CE}" destId="{9CF3BE7C-7229-C643-8FB3-769BFB5D994D}" srcOrd="0" destOrd="0" presId="urn:microsoft.com/office/officeart/2005/8/layout/vList2"/>
    <dgm:cxn modelId="{82C5FD9D-65FC-E946-B936-0F139F8671DD}" type="presParOf" srcId="{A3ABDEA5-873A-AB45-8825-5791CACA43F5}" destId="{688FBDC0-E256-7F43-8BB9-4D8A8D003191}" srcOrd="0" destOrd="0" presId="urn:microsoft.com/office/officeart/2005/8/layout/vList2"/>
    <dgm:cxn modelId="{3C2FAC47-0CDC-184D-A17B-6129F1E872F3}" type="presParOf" srcId="{A3ABDEA5-873A-AB45-8825-5791CACA43F5}" destId="{AAF1BCAC-2C15-A94F-805E-1EAA33537A88}" srcOrd="1" destOrd="0" presId="urn:microsoft.com/office/officeart/2005/8/layout/vList2"/>
    <dgm:cxn modelId="{E373F63A-4193-E74E-8798-C57BB3F6933E}" type="presParOf" srcId="{A3ABDEA5-873A-AB45-8825-5791CACA43F5}" destId="{77CED06B-0DD8-214A-AD11-EBB85CA4ACD3}" srcOrd="2" destOrd="0" presId="urn:microsoft.com/office/officeart/2005/8/layout/vList2"/>
    <dgm:cxn modelId="{3D209862-3AC4-874F-812E-F66C2A7867F8}" type="presParOf" srcId="{A3ABDEA5-873A-AB45-8825-5791CACA43F5}" destId="{46ABCC20-89E9-274A-A671-59BDA1ADA0D0}" srcOrd="3" destOrd="0" presId="urn:microsoft.com/office/officeart/2005/8/layout/vList2"/>
    <dgm:cxn modelId="{2C539A9C-60D3-9448-8E46-45709DFA0E4B}" type="presParOf" srcId="{A3ABDEA5-873A-AB45-8825-5791CACA43F5}" destId="{048173B1-DB7A-4749-A4EF-FC9AA0D9D29A}" srcOrd="4" destOrd="0" presId="urn:microsoft.com/office/officeart/2005/8/layout/vList2"/>
    <dgm:cxn modelId="{B968E385-2208-8B49-A5B2-D0B255FF4EA4}" type="presParOf" srcId="{A3ABDEA5-873A-AB45-8825-5791CACA43F5}" destId="{DE73536F-5410-C747-8DFC-D1CEE0ABD7D9}" srcOrd="5" destOrd="0" presId="urn:microsoft.com/office/officeart/2005/8/layout/vList2"/>
    <dgm:cxn modelId="{B85B6FBA-F0B2-F245-9E8F-3B1816F9058B}" type="presParOf" srcId="{A3ABDEA5-873A-AB45-8825-5791CACA43F5}" destId="{9CF3BE7C-7229-C643-8FB3-769BFB5D994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D011F3A-EBD2-4743-A1BD-9707C7C31466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493693C-FAB0-4839-9416-6FF6025B23CC}">
      <dgm:prSet/>
      <dgm:spPr/>
      <dgm:t>
        <a:bodyPr/>
        <a:lstStyle/>
        <a:p>
          <a:r>
            <a:rPr lang="en-US"/>
            <a:t>Need: institutional constraints</a:t>
          </a:r>
        </a:p>
      </dgm:t>
    </dgm:pt>
    <dgm:pt modelId="{E7420F91-8067-40E3-9560-53B0C91E3DD7}" type="parTrans" cxnId="{494CD186-61E7-417D-A7F6-33548D2CCEA9}">
      <dgm:prSet/>
      <dgm:spPr/>
      <dgm:t>
        <a:bodyPr/>
        <a:lstStyle/>
        <a:p>
          <a:endParaRPr lang="en-US"/>
        </a:p>
      </dgm:t>
    </dgm:pt>
    <dgm:pt modelId="{21981AEF-DDC8-432F-BC4C-E7A63ED60A5C}" type="sibTrans" cxnId="{494CD186-61E7-417D-A7F6-33548D2CCEA9}">
      <dgm:prSet/>
      <dgm:spPr/>
      <dgm:t>
        <a:bodyPr/>
        <a:lstStyle/>
        <a:p>
          <a:endParaRPr lang="en-US"/>
        </a:p>
      </dgm:t>
    </dgm:pt>
    <dgm:pt modelId="{F2D73DED-95BC-486B-8A67-166BE931243C}">
      <dgm:prSet/>
      <dgm:spPr/>
      <dgm:t>
        <a:bodyPr/>
        <a:lstStyle/>
        <a:p>
          <a:r>
            <a:rPr lang="en-US"/>
            <a:t>Impact: citizen and economic value</a:t>
          </a:r>
        </a:p>
      </dgm:t>
    </dgm:pt>
    <dgm:pt modelId="{EB110997-1652-4542-9D14-FE90DE47F5B9}" type="parTrans" cxnId="{CAB7161E-5CAF-49EF-B9CE-27D2F8E88630}">
      <dgm:prSet/>
      <dgm:spPr/>
      <dgm:t>
        <a:bodyPr/>
        <a:lstStyle/>
        <a:p>
          <a:endParaRPr lang="en-US"/>
        </a:p>
      </dgm:t>
    </dgm:pt>
    <dgm:pt modelId="{E89DE70E-0954-422E-956E-7356BF67FB45}" type="sibTrans" cxnId="{CAB7161E-5CAF-49EF-B9CE-27D2F8E88630}">
      <dgm:prSet/>
      <dgm:spPr/>
      <dgm:t>
        <a:bodyPr/>
        <a:lstStyle/>
        <a:p>
          <a:endParaRPr lang="en-US"/>
        </a:p>
      </dgm:t>
    </dgm:pt>
    <dgm:pt modelId="{6CD1D194-9843-4E61-B82D-94ACB2B97B1F}">
      <dgm:prSet/>
      <dgm:spPr/>
      <dgm:t>
        <a:bodyPr/>
        <a:lstStyle/>
        <a:p>
          <a:r>
            <a:rPr lang="en-US"/>
            <a:t>Feasibility: readiness and delivery risk</a:t>
          </a:r>
        </a:p>
      </dgm:t>
    </dgm:pt>
    <dgm:pt modelId="{FB3EE13C-92B6-4468-8DA4-297D31EAA9E6}" type="parTrans" cxnId="{91123A31-7522-4EEF-BC93-257ACEB37D69}">
      <dgm:prSet/>
      <dgm:spPr/>
      <dgm:t>
        <a:bodyPr/>
        <a:lstStyle/>
        <a:p>
          <a:endParaRPr lang="en-US"/>
        </a:p>
      </dgm:t>
    </dgm:pt>
    <dgm:pt modelId="{C60D49A4-A6A7-453D-91DC-99AA65667B0A}" type="sibTrans" cxnId="{91123A31-7522-4EEF-BC93-257ACEB37D69}">
      <dgm:prSet/>
      <dgm:spPr/>
      <dgm:t>
        <a:bodyPr/>
        <a:lstStyle/>
        <a:p>
          <a:endParaRPr lang="en-US"/>
        </a:p>
      </dgm:t>
    </dgm:pt>
    <dgm:pt modelId="{F9FDDA69-3B67-4B22-8F47-DF0A2CAE8B3B}">
      <dgm:prSet/>
      <dgm:spPr/>
      <dgm:t>
        <a:bodyPr/>
        <a:lstStyle/>
        <a:p>
          <a:r>
            <a:rPr lang="en-US"/>
            <a:t>Weighted and validated scoring</a:t>
          </a:r>
        </a:p>
      </dgm:t>
    </dgm:pt>
    <dgm:pt modelId="{424EC423-C61F-4EE3-87D5-44DED4015574}" type="parTrans" cxnId="{55AE4A1A-0305-4F11-B430-E460C88D14B4}">
      <dgm:prSet/>
      <dgm:spPr/>
      <dgm:t>
        <a:bodyPr/>
        <a:lstStyle/>
        <a:p>
          <a:endParaRPr lang="en-US"/>
        </a:p>
      </dgm:t>
    </dgm:pt>
    <dgm:pt modelId="{78E1AE97-C839-4C29-8E34-A34C306D2479}" type="sibTrans" cxnId="{55AE4A1A-0305-4F11-B430-E460C88D14B4}">
      <dgm:prSet/>
      <dgm:spPr/>
      <dgm:t>
        <a:bodyPr/>
        <a:lstStyle/>
        <a:p>
          <a:endParaRPr lang="en-US"/>
        </a:p>
      </dgm:t>
    </dgm:pt>
    <dgm:pt modelId="{3620B290-CEBB-2E45-A756-BD8DCFE207AE}" type="pres">
      <dgm:prSet presAssocID="{1D011F3A-EBD2-4743-A1BD-9707C7C31466}" presName="diagram" presStyleCnt="0">
        <dgm:presLayoutVars>
          <dgm:dir/>
          <dgm:resizeHandles val="exact"/>
        </dgm:presLayoutVars>
      </dgm:prSet>
      <dgm:spPr/>
    </dgm:pt>
    <dgm:pt modelId="{AA78DC4F-E22F-3D43-9CDC-C2C721552077}" type="pres">
      <dgm:prSet presAssocID="{D493693C-FAB0-4839-9416-6FF6025B23CC}" presName="node" presStyleLbl="node1" presStyleIdx="0" presStyleCnt="4">
        <dgm:presLayoutVars>
          <dgm:bulletEnabled val="1"/>
        </dgm:presLayoutVars>
      </dgm:prSet>
      <dgm:spPr/>
    </dgm:pt>
    <dgm:pt modelId="{7CA713DC-3B14-924B-AA87-B8917843BEA3}" type="pres">
      <dgm:prSet presAssocID="{21981AEF-DDC8-432F-BC4C-E7A63ED60A5C}" presName="sibTrans" presStyleCnt="0"/>
      <dgm:spPr/>
    </dgm:pt>
    <dgm:pt modelId="{7752CEA0-BD37-4F4B-83DB-386D4C09A0D0}" type="pres">
      <dgm:prSet presAssocID="{F2D73DED-95BC-486B-8A67-166BE931243C}" presName="node" presStyleLbl="node1" presStyleIdx="1" presStyleCnt="4">
        <dgm:presLayoutVars>
          <dgm:bulletEnabled val="1"/>
        </dgm:presLayoutVars>
      </dgm:prSet>
      <dgm:spPr/>
    </dgm:pt>
    <dgm:pt modelId="{6415398E-69AC-D942-B5CB-52D6D2CF292B}" type="pres">
      <dgm:prSet presAssocID="{E89DE70E-0954-422E-956E-7356BF67FB45}" presName="sibTrans" presStyleCnt="0"/>
      <dgm:spPr/>
    </dgm:pt>
    <dgm:pt modelId="{5A04F7B3-78E2-1D47-B074-E279BCD1B1DB}" type="pres">
      <dgm:prSet presAssocID="{6CD1D194-9843-4E61-B82D-94ACB2B97B1F}" presName="node" presStyleLbl="node1" presStyleIdx="2" presStyleCnt="4">
        <dgm:presLayoutVars>
          <dgm:bulletEnabled val="1"/>
        </dgm:presLayoutVars>
      </dgm:prSet>
      <dgm:spPr/>
    </dgm:pt>
    <dgm:pt modelId="{A8096252-D32F-4E4D-893C-F0406AFB94A7}" type="pres">
      <dgm:prSet presAssocID="{C60D49A4-A6A7-453D-91DC-99AA65667B0A}" presName="sibTrans" presStyleCnt="0"/>
      <dgm:spPr/>
    </dgm:pt>
    <dgm:pt modelId="{0EE8779E-7ADE-4541-BD9A-B68434401DFB}" type="pres">
      <dgm:prSet presAssocID="{F9FDDA69-3B67-4B22-8F47-DF0A2CAE8B3B}" presName="node" presStyleLbl="node1" presStyleIdx="3" presStyleCnt="4">
        <dgm:presLayoutVars>
          <dgm:bulletEnabled val="1"/>
        </dgm:presLayoutVars>
      </dgm:prSet>
      <dgm:spPr/>
    </dgm:pt>
  </dgm:ptLst>
  <dgm:cxnLst>
    <dgm:cxn modelId="{55AE4A1A-0305-4F11-B430-E460C88D14B4}" srcId="{1D011F3A-EBD2-4743-A1BD-9707C7C31466}" destId="{F9FDDA69-3B67-4B22-8F47-DF0A2CAE8B3B}" srcOrd="3" destOrd="0" parTransId="{424EC423-C61F-4EE3-87D5-44DED4015574}" sibTransId="{78E1AE97-C839-4C29-8E34-A34C306D2479}"/>
    <dgm:cxn modelId="{CAB7161E-5CAF-49EF-B9CE-27D2F8E88630}" srcId="{1D011F3A-EBD2-4743-A1BD-9707C7C31466}" destId="{F2D73DED-95BC-486B-8A67-166BE931243C}" srcOrd="1" destOrd="0" parTransId="{EB110997-1652-4542-9D14-FE90DE47F5B9}" sibTransId="{E89DE70E-0954-422E-956E-7356BF67FB45}"/>
    <dgm:cxn modelId="{91123A31-7522-4EEF-BC93-257ACEB37D69}" srcId="{1D011F3A-EBD2-4743-A1BD-9707C7C31466}" destId="{6CD1D194-9843-4E61-B82D-94ACB2B97B1F}" srcOrd="2" destOrd="0" parTransId="{FB3EE13C-92B6-4468-8DA4-297D31EAA9E6}" sibTransId="{C60D49A4-A6A7-453D-91DC-99AA65667B0A}"/>
    <dgm:cxn modelId="{360E4F5C-9BAE-C645-95E4-469A79FEA176}" type="presOf" srcId="{F9FDDA69-3B67-4B22-8F47-DF0A2CAE8B3B}" destId="{0EE8779E-7ADE-4541-BD9A-B68434401DFB}" srcOrd="0" destOrd="0" presId="urn:microsoft.com/office/officeart/2005/8/layout/default"/>
    <dgm:cxn modelId="{38D0AD6E-6BA2-EB49-B550-2CE78C8A7B03}" type="presOf" srcId="{D493693C-FAB0-4839-9416-6FF6025B23CC}" destId="{AA78DC4F-E22F-3D43-9CDC-C2C721552077}" srcOrd="0" destOrd="0" presId="urn:microsoft.com/office/officeart/2005/8/layout/default"/>
    <dgm:cxn modelId="{494CD186-61E7-417D-A7F6-33548D2CCEA9}" srcId="{1D011F3A-EBD2-4743-A1BD-9707C7C31466}" destId="{D493693C-FAB0-4839-9416-6FF6025B23CC}" srcOrd="0" destOrd="0" parTransId="{E7420F91-8067-40E3-9560-53B0C91E3DD7}" sibTransId="{21981AEF-DDC8-432F-BC4C-E7A63ED60A5C}"/>
    <dgm:cxn modelId="{4D312A9C-A907-9448-97E5-64A626AC161C}" type="presOf" srcId="{6CD1D194-9843-4E61-B82D-94ACB2B97B1F}" destId="{5A04F7B3-78E2-1D47-B074-E279BCD1B1DB}" srcOrd="0" destOrd="0" presId="urn:microsoft.com/office/officeart/2005/8/layout/default"/>
    <dgm:cxn modelId="{BCD5D3AF-7735-384E-B607-14E08B9139D5}" type="presOf" srcId="{1D011F3A-EBD2-4743-A1BD-9707C7C31466}" destId="{3620B290-CEBB-2E45-A756-BD8DCFE207AE}" srcOrd="0" destOrd="0" presId="urn:microsoft.com/office/officeart/2005/8/layout/default"/>
    <dgm:cxn modelId="{5550F4D0-3273-4D4B-A70C-8B2041755C41}" type="presOf" srcId="{F2D73DED-95BC-486B-8A67-166BE931243C}" destId="{7752CEA0-BD37-4F4B-83DB-386D4C09A0D0}" srcOrd="0" destOrd="0" presId="urn:microsoft.com/office/officeart/2005/8/layout/default"/>
    <dgm:cxn modelId="{60894F9E-3104-F142-B547-72A847D0A9CB}" type="presParOf" srcId="{3620B290-CEBB-2E45-A756-BD8DCFE207AE}" destId="{AA78DC4F-E22F-3D43-9CDC-C2C721552077}" srcOrd="0" destOrd="0" presId="urn:microsoft.com/office/officeart/2005/8/layout/default"/>
    <dgm:cxn modelId="{2DE1D6B8-57B1-CE4A-A5D7-C158E79E2692}" type="presParOf" srcId="{3620B290-CEBB-2E45-A756-BD8DCFE207AE}" destId="{7CA713DC-3B14-924B-AA87-B8917843BEA3}" srcOrd="1" destOrd="0" presId="urn:microsoft.com/office/officeart/2005/8/layout/default"/>
    <dgm:cxn modelId="{B6784A66-5FE9-7444-9D40-792D3DC44F2D}" type="presParOf" srcId="{3620B290-CEBB-2E45-A756-BD8DCFE207AE}" destId="{7752CEA0-BD37-4F4B-83DB-386D4C09A0D0}" srcOrd="2" destOrd="0" presId="urn:microsoft.com/office/officeart/2005/8/layout/default"/>
    <dgm:cxn modelId="{8F642599-81FD-1842-827D-3DEFADAD898D}" type="presParOf" srcId="{3620B290-CEBB-2E45-A756-BD8DCFE207AE}" destId="{6415398E-69AC-D942-B5CB-52D6D2CF292B}" srcOrd="3" destOrd="0" presId="urn:microsoft.com/office/officeart/2005/8/layout/default"/>
    <dgm:cxn modelId="{93845105-3673-9245-A248-011B4C966715}" type="presParOf" srcId="{3620B290-CEBB-2E45-A756-BD8DCFE207AE}" destId="{5A04F7B3-78E2-1D47-B074-E279BCD1B1DB}" srcOrd="4" destOrd="0" presId="urn:microsoft.com/office/officeart/2005/8/layout/default"/>
    <dgm:cxn modelId="{94090D5B-EE39-AC4C-9BC5-5114D4B710FE}" type="presParOf" srcId="{3620B290-CEBB-2E45-A756-BD8DCFE207AE}" destId="{A8096252-D32F-4E4D-893C-F0406AFB94A7}" srcOrd="5" destOrd="0" presId="urn:microsoft.com/office/officeart/2005/8/layout/default"/>
    <dgm:cxn modelId="{3EE768D1-EBDF-204F-8D54-1F88D6466071}" type="presParOf" srcId="{3620B290-CEBB-2E45-A756-BD8DCFE207AE}" destId="{0EE8779E-7ADE-4541-BD9A-B68434401DF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3A7FC0B-8349-42A0-AF9C-2DD32A288F2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253BDEF-93DB-4DBF-99BF-1E6EC3B036E1}">
      <dgm:prSet/>
      <dgm:spPr/>
      <dgm:t>
        <a:bodyPr/>
        <a:lstStyle/>
        <a:p>
          <a:r>
            <a:rPr lang="en-US"/>
            <a:t>Registration and licensing</a:t>
          </a:r>
        </a:p>
      </dgm:t>
    </dgm:pt>
    <dgm:pt modelId="{8FC93F5C-8D1C-4A08-AEF7-CE23C3B5EEC1}" type="parTrans" cxnId="{EFFB0F3A-787B-4A77-8D1E-6072B1543CBB}">
      <dgm:prSet/>
      <dgm:spPr/>
      <dgm:t>
        <a:bodyPr/>
        <a:lstStyle/>
        <a:p>
          <a:endParaRPr lang="en-US"/>
        </a:p>
      </dgm:t>
    </dgm:pt>
    <dgm:pt modelId="{5F946AD2-CDDF-4A13-B272-2F0B79D9EB67}" type="sibTrans" cxnId="{EFFB0F3A-787B-4A77-8D1E-6072B1543CBB}">
      <dgm:prSet/>
      <dgm:spPr/>
      <dgm:t>
        <a:bodyPr/>
        <a:lstStyle/>
        <a:p>
          <a:endParaRPr lang="en-US"/>
        </a:p>
      </dgm:t>
    </dgm:pt>
    <dgm:pt modelId="{A3B08111-FE1F-4407-8E8A-77EAD4D3A255}">
      <dgm:prSet/>
      <dgm:spPr/>
      <dgm:t>
        <a:bodyPr/>
        <a:lstStyle/>
        <a:p>
          <a:r>
            <a:rPr lang="en-US"/>
            <a:t>Case management</a:t>
          </a:r>
        </a:p>
      </dgm:t>
    </dgm:pt>
    <dgm:pt modelId="{7FB6E675-7CDD-4EB3-A32F-E9833904394F}" type="parTrans" cxnId="{F5C860E1-9A63-4AC3-AE0D-7F231B38AD6F}">
      <dgm:prSet/>
      <dgm:spPr/>
      <dgm:t>
        <a:bodyPr/>
        <a:lstStyle/>
        <a:p>
          <a:endParaRPr lang="en-US"/>
        </a:p>
      </dgm:t>
    </dgm:pt>
    <dgm:pt modelId="{1EF273D4-A0BA-4FB7-85CA-D13E9C551332}" type="sibTrans" cxnId="{F5C860E1-9A63-4AC3-AE0D-7F231B38AD6F}">
      <dgm:prSet/>
      <dgm:spPr/>
      <dgm:t>
        <a:bodyPr/>
        <a:lstStyle/>
        <a:p>
          <a:endParaRPr lang="en-US"/>
        </a:p>
      </dgm:t>
    </dgm:pt>
    <dgm:pt modelId="{F81BBF47-9CAC-413F-B239-C17F37FE36CC}">
      <dgm:prSet/>
      <dgm:spPr/>
      <dgm:t>
        <a:bodyPr/>
        <a:lstStyle/>
        <a:p>
          <a:r>
            <a:rPr lang="en-US"/>
            <a:t>Payments and receipting</a:t>
          </a:r>
        </a:p>
      </dgm:t>
    </dgm:pt>
    <dgm:pt modelId="{5EE2222B-56E4-4852-B342-432529CA6E47}" type="parTrans" cxnId="{A9DBBFF9-2CE5-45B3-A512-590409248463}">
      <dgm:prSet/>
      <dgm:spPr/>
      <dgm:t>
        <a:bodyPr/>
        <a:lstStyle/>
        <a:p>
          <a:endParaRPr lang="en-US"/>
        </a:p>
      </dgm:t>
    </dgm:pt>
    <dgm:pt modelId="{3DAE59C8-8E4D-4F98-9219-F87E57C1CE21}" type="sibTrans" cxnId="{A9DBBFF9-2CE5-45B3-A512-590409248463}">
      <dgm:prSet/>
      <dgm:spPr/>
      <dgm:t>
        <a:bodyPr/>
        <a:lstStyle/>
        <a:p>
          <a:endParaRPr lang="en-US"/>
        </a:p>
      </dgm:t>
    </dgm:pt>
    <dgm:pt modelId="{A410A9F2-6F3B-4482-82F0-C91B09C2F867}">
      <dgm:prSet/>
      <dgm:spPr/>
      <dgm:t>
        <a:bodyPr/>
        <a:lstStyle/>
        <a:p>
          <a:r>
            <a:rPr lang="en-US"/>
            <a:t>Records modernisation</a:t>
          </a:r>
        </a:p>
      </dgm:t>
    </dgm:pt>
    <dgm:pt modelId="{3F7E711C-35BF-4A5D-B87E-CF3CB26B4885}" type="parTrans" cxnId="{E34BDFA4-8911-4462-9D15-B3F618554AB3}">
      <dgm:prSet/>
      <dgm:spPr/>
      <dgm:t>
        <a:bodyPr/>
        <a:lstStyle/>
        <a:p>
          <a:endParaRPr lang="en-US"/>
        </a:p>
      </dgm:t>
    </dgm:pt>
    <dgm:pt modelId="{6B0C1C54-1B18-495E-AF62-533E04412D94}" type="sibTrans" cxnId="{E34BDFA4-8911-4462-9D15-B3F618554AB3}">
      <dgm:prSet/>
      <dgm:spPr/>
      <dgm:t>
        <a:bodyPr/>
        <a:lstStyle/>
        <a:p>
          <a:endParaRPr lang="en-US"/>
        </a:p>
      </dgm:t>
    </dgm:pt>
    <dgm:pt modelId="{F4106648-BCAC-4182-8F3F-A25418D6A14C}">
      <dgm:prSet/>
      <dgm:spPr/>
      <dgm:t>
        <a:bodyPr/>
        <a:lstStyle/>
        <a:p>
          <a:r>
            <a:rPr lang="en-US"/>
            <a:t>Validation and verification services</a:t>
          </a:r>
        </a:p>
      </dgm:t>
    </dgm:pt>
    <dgm:pt modelId="{E09F2570-DBE9-41F9-AB69-B0DCCECB7500}" type="parTrans" cxnId="{689BE035-C2A1-4784-9C8E-A398807F7B25}">
      <dgm:prSet/>
      <dgm:spPr/>
      <dgm:t>
        <a:bodyPr/>
        <a:lstStyle/>
        <a:p>
          <a:endParaRPr lang="en-US"/>
        </a:p>
      </dgm:t>
    </dgm:pt>
    <dgm:pt modelId="{A714BA10-A5CD-4319-B223-44710F40335F}" type="sibTrans" cxnId="{689BE035-C2A1-4784-9C8E-A398807F7B25}">
      <dgm:prSet/>
      <dgm:spPr/>
      <dgm:t>
        <a:bodyPr/>
        <a:lstStyle/>
        <a:p>
          <a:endParaRPr lang="en-US"/>
        </a:p>
      </dgm:t>
    </dgm:pt>
    <dgm:pt modelId="{5AEB682F-B1A5-40F5-A0AD-818953F25012}" type="pres">
      <dgm:prSet presAssocID="{73A7FC0B-8349-42A0-AF9C-2DD32A288F23}" presName="root" presStyleCnt="0">
        <dgm:presLayoutVars>
          <dgm:dir/>
          <dgm:resizeHandles val="exact"/>
        </dgm:presLayoutVars>
      </dgm:prSet>
      <dgm:spPr/>
    </dgm:pt>
    <dgm:pt modelId="{69005FCD-8FC1-4759-83D8-BAF7CC3BFFC7}" type="pres">
      <dgm:prSet presAssocID="{3253BDEF-93DB-4DBF-99BF-1E6EC3B036E1}" presName="compNode" presStyleCnt="0"/>
      <dgm:spPr/>
    </dgm:pt>
    <dgm:pt modelId="{071F5076-86F0-431B-8583-E33632634896}" type="pres">
      <dgm:prSet presAssocID="{3253BDEF-93DB-4DBF-99BF-1E6EC3B036E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2CAD8563-DF1D-4C46-8635-4BC9D979378B}" type="pres">
      <dgm:prSet presAssocID="{3253BDEF-93DB-4DBF-99BF-1E6EC3B036E1}" presName="spaceRect" presStyleCnt="0"/>
      <dgm:spPr/>
    </dgm:pt>
    <dgm:pt modelId="{0D9CC013-4F88-4604-888C-A9D0B2366D46}" type="pres">
      <dgm:prSet presAssocID="{3253BDEF-93DB-4DBF-99BF-1E6EC3B036E1}" presName="textRect" presStyleLbl="revTx" presStyleIdx="0" presStyleCnt="5">
        <dgm:presLayoutVars>
          <dgm:chMax val="1"/>
          <dgm:chPref val="1"/>
        </dgm:presLayoutVars>
      </dgm:prSet>
      <dgm:spPr/>
    </dgm:pt>
    <dgm:pt modelId="{1DA1338B-766F-4D0F-8027-3953EB2CA025}" type="pres">
      <dgm:prSet presAssocID="{5F946AD2-CDDF-4A13-B272-2F0B79D9EB67}" presName="sibTrans" presStyleCnt="0"/>
      <dgm:spPr/>
    </dgm:pt>
    <dgm:pt modelId="{054B0BD2-ACDC-4070-9F85-5F102A0B626A}" type="pres">
      <dgm:prSet presAssocID="{A3B08111-FE1F-4407-8E8A-77EAD4D3A255}" presName="compNode" presStyleCnt="0"/>
      <dgm:spPr/>
    </dgm:pt>
    <dgm:pt modelId="{FF32C36A-F066-4B2F-BDD4-58785A40BB98}" type="pres">
      <dgm:prSet presAssocID="{A3B08111-FE1F-4407-8E8A-77EAD4D3A25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4E9DC34-CB91-4302-BFBE-1B5F63884EC0}" type="pres">
      <dgm:prSet presAssocID="{A3B08111-FE1F-4407-8E8A-77EAD4D3A255}" presName="spaceRect" presStyleCnt="0"/>
      <dgm:spPr/>
    </dgm:pt>
    <dgm:pt modelId="{0D6015DF-29D0-49DA-9B77-82D15E41DA16}" type="pres">
      <dgm:prSet presAssocID="{A3B08111-FE1F-4407-8E8A-77EAD4D3A255}" presName="textRect" presStyleLbl="revTx" presStyleIdx="1" presStyleCnt="5">
        <dgm:presLayoutVars>
          <dgm:chMax val="1"/>
          <dgm:chPref val="1"/>
        </dgm:presLayoutVars>
      </dgm:prSet>
      <dgm:spPr/>
    </dgm:pt>
    <dgm:pt modelId="{340DDF35-4219-4D05-BDEC-481084C2F9AA}" type="pres">
      <dgm:prSet presAssocID="{1EF273D4-A0BA-4FB7-85CA-D13E9C551332}" presName="sibTrans" presStyleCnt="0"/>
      <dgm:spPr/>
    </dgm:pt>
    <dgm:pt modelId="{D4F5670C-769C-454E-BBB6-8D73CB717AD7}" type="pres">
      <dgm:prSet presAssocID="{F81BBF47-9CAC-413F-B239-C17F37FE36CC}" presName="compNode" presStyleCnt="0"/>
      <dgm:spPr/>
    </dgm:pt>
    <dgm:pt modelId="{A217D467-8B9A-4A9C-9DC2-8F2C5FB12355}" type="pres">
      <dgm:prSet presAssocID="{F81BBF47-9CAC-413F-B239-C17F37FE36C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B1999BB-359D-4B54-BDE7-A2CD90EAE14F}" type="pres">
      <dgm:prSet presAssocID="{F81BBF47-9CAC-413F-B239-C17F37FE36CC}" presName="spaceRect" presStyleCnt="0"/>
      <dgm:spPr/>
    </dgm:pt>
    <dgm:pt modelId="{06521FEC-7146-4AFF-A557-C605114AAF2C}" type="pres">
      <dgm:prSet presAssocID="{F81BBF47-9CAC-413F-B239-C17F37FE36CC}" presName="textRect" presStyleLbl="revTx" presStyleIdx="2" presStyleCnt="5">
        <dgm:presLayoutVars>
          <dgm:chMax val="1"/>
          <dgm:chPref val="1"/>
        </dgm:presLayoutVars>
      </dgm:prSet>
      <dgm:spPr/>
    </dgm:pt>
    <dgm:pt modelId="{B790C4D6-2FA2-4EC8-9409-D93E50BE5256}" type="pres">
      <dgm:prSet presAssocID="{3DAE59C8-8E4D-4F98-9219-F87E57C1CE21}" presName="sibTrans" presStyleCnt="0"/>
      <dgm:spPr/>
    </dgm:pt>
    <dgm:pt modelId="{CEEE32DA-60A2-432E-A746-1E2C0B92B1B9}" type="pres">
      <dgm:prSet presAssocID="{A410A9F2-6F3B-4482-82F0-C91B09C2F867}" presName="compNode" presStyleCnt="0"/>
      <dgm:spPr/>
    </dgm:pt>
    <dgm:pt modelId="{261BD120-CFE6-4617-8DB6-5CE8C466DD43}" type="pres">
      <dgm:prSet presAssocID="{A410A9F2-6F3B-4482-82F0-C91B09C2F86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A6F2BF5-7424-4332-8440-00800D813177}" type="pres">
      <dgm:prSet presAssocID="{A410A9F2-6F3B-4482-82F0-C91B09C2F867}" presName="spaceRect" presStyleCnt="0"/>
      <dgm:spPr/>
    </dgm:pt>
    <dgm:pt modelId="{6B469D6B-391D-4150-BA06-97112D6F5385}" type="pres">
      <dgm:prSet presAssocID="{A410A9F2-6F3B-4482-82F0-C91B09C2F867}" presName="textRect" presStyleLbl="revTx" presStyleIdx="3" presStyleCnt="5">
        <dgm:presLayoutVars>
          <dgm:chMax val="1"/>
          <dgm:chPref val="1"/>
        </dgm:presLayoutVars>
      </dgm:prSet>
      <dgm:spPr/>
    </dgm:pt>
    <dgm:pt modelId="{6046DD5E-63F7-4FC7-A59F-57553717E9D4}" type="pres">
      <dgm:prSet presAssocID="{6B0C1C54-1B18-495E-AF62-533E04412D94}" presName="sibTrans" presStyleCnt="0"/>
      <dgm:spPr/>
    </dgm:pt>
    <dgm:pt modelId="{7D9B89E6-C439-4FCC-B5B7-B4B298CD1AEF}" type="pres">
      <dgm:prSet presAssocID="{F4106648-BCAC-4182-8F3F-A25418D6A14C}" presName="compNode" presStyleCnt="0"/>
      <dgm:spPr/>
    </dgm:pt>
    <dgm:pt modelId="{3FC6DCA4-E80A-4ABE-BB42-C2C3CC5EB875}" type="pres">
      <dgm:prSet presAssocID="{F4106648-BCAC-4182-8F3F-A25418D6A14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E60A1D16-940B-4055-9973-18FEC99509EF}" type="pres">
      <dgm:prSet presAssocID="{F4106648-BCAC-4182-8F3F-A25418D6A14C}" presName="spaceRect" presStyleCnt="0"/>
      <dgm:spPr/>
    </dgm:pt>
    <dgm:pt modelId="{B081B211-F205-4501-92EF-9971BE64589D}" type="pres">
      <dgm:prSet presAssocID="{F4106648-BCAC-4182-8F3F-A25418D6A14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97EE022-BE66-425A-8057-3F97915BE58E}" type="presOf" srcId="{A410A9F2-6F3B-4482-82F0-C91B09C2F867}" destId="{6B469D6B-391D-4150-BA06-97112D6F5385}" srcOrd="0" destOrd="0" presId="urn:microsoft.com/office/officeart/2018/2/layout/IconLabelList"/>
    <dgm:cxn modelId="{689BE035-C2A1-4784-9C8E-A398807F7B25}" srcId="{73A7FC0B-8349-42A0-AF9C-2DD32A288F23}" destId="{F4106648-BCAC-4182-8F3F-A25418D6A14C}" srcOrd="4" destOrd="0" parTransId="{E09F2570-DBE9-41F9-AB69-B0DCCECB7500}" sibTransId="{A714BA10-A5CD-4319-B223-44710F40335F}"/>
    <dgm:cxn modelId="{EFFB0F3A-787B-4A77-8D1E-6072B1543CBB}" srcId="{73A7FC0B-8349-42A0-AF9C-2DD32A288F23}" destId="{3253BDEF-93DB-4DBF-99BF-1E6EC3B036E1}" srcOrd="0" destOrd="0" parTransId="{8FC93F5C-8D1C-4A08-AEF7-CE23C3B5EEC1}" sibTransId="{5F946AD2-CDDF-4A13-B272-2F0B79D9EB67}"/>
    <dgm:cxn modelId="{CD810C4B-A101-4EDE-8855-65B3D45543B2}" type="presOf" srcId="{F81BBF47-9CAC-413F-B239-C17F37FE36CC}" destId="{06521FEC-7146-4AFF-A557-C605114AAF2C}" srcOrd="0" destOrd="0" presId="urn:microsoft.com/office/officeart/2018/2/layout/IconLabelList"/>
    <dgm:cxn modelId="{F497A782-C274-43A8-9BAA-7C23A1F69D3C}" type="presOf" srcId="{73A7FC0B-8349-42A0-AF9C-2DD32A288F23}" destId="{5AEB682F-B1A5-40F5-A0AD-818953F25012}" srcOrd="0" destOrd="0" presId="urn:microsoft.com/office/officeart/2018/2/layout/IconLabelList"/>
    <dgm:cxn modelId="{E34BDFA4-8911-4462-9D15-B3F618554AB3}" srcId="{73A7FC0B-8349-42A0-AF9C-2DD32A288F23}" destId="{A410A9F2-6F3B-4482-82F0-C91B09C2F867}" srcOrd="3" destOrd="0" parTransId="{3F7E711C-35BF-4A5D-B87E-CF3CB26B4885}" sibTransId="{6B0C1C54-1B18-495E-AF62-533E04412D94}"/>
    <dgm:cxn modelId="{AC0164BE-C676-4CEE-A91E-E9EF92964D88}" type="presOf" srcId="{F4106648-BCAC-4182-8F3F-A25418D6A14C}" destId="{B081B211-F205-4501-92EF-9971BE64589D}" srcOrd="0" destOrd="0" presId="urn:microsoft.com/office/officeart/2018/2/layout/IconLabelList"/>
    <dgm:cxn modelId="{F5C860E1-9A63-4AC3-AE0D-7F231B38AD6F}" srcId="{73A7FC0B-8349-42A0-AF9C-2DD32A288F23}" destId="{A3B08111-FE1F-4407-8E8A-77EAD4D3A255}" srcOrd="1" destOrd="0" parTransId="{7FB6E675-7CDD-4EB3-A32F-E9833904394F}" sibTransId="{1EF273D4-A0BA-4FB7-85CA-D13E9C551332}"/>
    <dgm:cxn modelId="{7FB1D8EF-64BC-40C3-9BF1-9D1E844A4DF2}" type="presOf" srcId="{3253BDEF-93DB-4DBF-99BF-1E6EC3B036E1}" destId="{0D9CC013-4F88-4604-888C-A9D0B2366D46}" srcOrd="0" destOrd="0" presId="urn:microsoft.com/office/officeart/2018/2/layout/IconLabelList"/>
    <dgm:cxn modelId="{14AD49F6-51DA-4B4F-BAEB-50539DBF9E78}" type="presOf" srcId="{A3B08111-FE1F-4407-8E8A-77EAD4D3A255}" destId="{0D6015DF-29D0-49DA-9B77-82D15E41DA16}" srcOrd="0" destOrd="0" presId="urn:microsoft.com/office/officeart/2018/2/layout/IconLabelList"/>
    <dgm:cxn modelId="{A9DBBFF9-2CE5-45B3-A512-590409248463}" srcId="{73A7FC0B-8349-42A0-AF9C-2DD32A288F23}" destId="{F81BBF47-9CAC-413F-B239-C17F37FE36CC}" srcOrd="2" destOrd="0" parTransId="{5EE2222B-56E4-4852-B342-432529CA6E47}" sibTransId="{3DAE59C8-8E4D-4F98-9219-F87E57C1CE21}"/>
    <dgm:cxn modelId="{6FE43848-1FBC-4345-818B-1CB56D86D959}" type="presParOf" srcId="{5AEB682F-B1A5-40F5-A0AD-818953F25012}" destId="{69005FCD-8FC1-4759-83D8-BAF7CC3BFFC7}" srcOrd="0" destOrd="0" presId="urn:microsoft.com/office/officeart/2018/2/layout/IconLabelList"/>
    <dgm:cxn modelId="{D1785C1B-6F93-438F-AEAF-63D884832A30}" type="presParOf" srcId="{69005FCD-8FC1-4759-83D8-BAF7CC3BFFC7}" destId="{071F5076-86F0-431B-8583-E33632634896}" srcOrd="0" destOrd="0" presId="urn:microsoft.com/office/officeart/2018/2/layout/IconLabelList"/>
    <dgm:cxn modelId="{C457F43C-5A56-4230-8A43-B5BA9F206551}" type="presParOf" srcId="{69005FCD-8FC1-4759-83D8-BAF7CC3BFFC7}" destId="{2CAD8563-DF1D-4C46-8635-4BC9D979378B}" srcOrd="1" destOrd="0" presId="urn:microsoft.com/office/officeart/2018/2/layout/IconLabelList"/>
    <dgm:cxn modelId="{63249C79-B8FC-4FD1-8283-85C4EE839D86}" type="presParOf" srcId="{69005FCD-8FC1-4759-83D8-BAF7CC3BFFC7}" destId="{0D9CC013-4F88-4604-888C-A9D0B2366D46}" srcOrd="2" destOrd="0" presId="urn:microsoft.com/office/officeart/2018/2/layout/IconLabelList"/>
    <dgm:cxn modelId="{17FEB5D6-E8E3-4119-A0C5-8047DA67BE51}" type="presParOf" srcId="{5AEB682F-B1A5-40F5-A0AD-818953F25012}" destId="{1DA1338B-766F-4D0F-8027-3953EB2CA025}" srcOrd="1" destOrd="0" presId="urn:microsoft.com/office/officeart/2018/2/layout/IconLabelList"/>
    <dgm:cxn modelId="{E4B45EA1-CC90-4EDF-97AE-7E53EAC7114B}" type="presParOf" srcId="{5AEB682F-B1A5-40F5-A0AD-818953F25012}" destId="{054B0BD2-ACDC-4070-9F85-5F102A0B626A}" srcOrd="2" destOrd="0" presId="urn:microsoft.com/office/officeart/2018/2/layout/IconLabelList"/>
    <dgm:cxn modelId="{CD48B155-EF17-48A2-AA36-ABED0DF96DC7}" type="presParOf" srcId="{054B0BD2-ACDC-4070-9F85-5F102A0B626A}" destId="{FF32C36A-F066-4B2F-BDD4-58785A40BB98}" srcOrd="0" destOrd="0" presId="urn:microsoft.com/office/officeart/2018/2/layout/IconLabelList"/>
    <dgm:cxn modelId="{882DBFE5-1B28-42FF-A6FE-C9668C185AA6}" type="presParOf" srcId="{054B0BD2-ACDC-4070-9F85-5F102A0B626A}" destId="{44E9DC34-CB91-4302-BFBE-1B5F63884EC0}" srcOrd="1" destOrd="0" presId="urn:microsoft.com/office/officeart/2018/2/layout/IconLabelList"/>
    <dgm:cxn modelId="{5F5B459F-279F-4AA2-8B72-A4214A1F0B63}" type="presParOf" srcId="{054B0BD2-ACDC-4070-9F85-5F102A0B626A}" destId="{0D6015DF-29D0-49DA-9B77-82D15E41DA16}" srcOrd="2" destOrd="0" presId="urn:microsoft.com/office/officeart/2018/2/layout/IconLabelList"/>
    <dgm:cxn modelId="{04FD1F2C-906A-495F-87C2-B304C8BB34C7}" type="presParOf" srcId="{5AEB682F-B1A5-40F5-A0AD-818953F25012}" destId="{340DDF35-4219-4D05-BDEC-481084C2F9AA}" srcOrd="3" destOrd="0" presId="urn:microsoft.com/office/officeart/2018/2/layout/IconLabelList"/>
    <dgm:cxn modelId="{5457435B-DDA5-466A-BE99-0F3D6D2ED658}" type="presParOf" srcId="{5AEB682F-B1A5-40F5-A0AD-818953F25012}" destId="{D4F5670C-769C-454E-BBB6-8D73CB717AD7}" srcOrd="4" destOrd="0" presId="urn:microsoft.com/office/officeart/2018/2/layout/IconLabelList"/>
    <dgm:cxn modelId="{918C27CF-11CF-4599-B2A2-59D6FA178811}" type="presParOf" srcId="{D4F5670C-769C-454E-BBB6-8D73CB717AD7}" destId="{A217D467-8B9A-4A9C-9DC2-8F2C5FB12355}" srcOrd="0" destOrd="0" presId="urn:microsoft.com/office/officeart/2018/2/layout/IconLabelList"/>
    <dgm:cxn modelId="{2420E7B7-DE36-45F7-8EC3-9CAF07844574}" type="presParOf" srcId="{D4F5670C-769C-454E-BBB6-8D73CB717AD7}" destId="{9B1999BB-359D-4B54-BDE7-A2CD90EAE14F}" srcOrd="1" destOrd="0" presId="urn:microsoft.com/office/officeart/2018/2/layout/IconLabelList"/>
    <dgm:cxn modelId="{04D6D579-8C1D-412C-B41C-F32006F4D362}" type="presParOf" srcId="{D4F5670C-769C-454E-BBB6-8D73CB717AD7}" destId="{06521FEC-7146-4AFF-A557-C605114AAF2C}" srcOrd="2" destOrd="0" presId="urn:microsoft.com/office/officeart/2018/2/layout/IconLabelList"/>
    <dgm:cxn modelId="{04BFEB86-963E-4226-A4C7-8F9BC309FE8B}" type="presParOf" srcId="{5AEB682F-B1A5-40F5-A0AD-818953F25012}" destId="{B790C4D6-2FA2-4EC8-9409-D93E50BE5256}" srcOrd="5" destOrd="0" presId="urn:microsoft.com/office/officeart/2018/2/layout/IconLabelList"/>
    <dgm:cxn modelId="{57842F25-D7A8-4153-8E46-277D0B8AC321}" type="presParOf" srcId="{5AEB682F-B1A5-40F5-A0AD-818953F25012}" destId="{CEEE32DA-60A2-432E-A746-1E2C0B92B1B9}" srcOrd="6" destOrd="0" presId="urn:microsoft.com/office/officeart/2018/2/layout/IconLabelList"/>
    <dgm:cxn modelId="{DF4B3CFB-672A-4349-B009-8E2015BAC9B3}" type="presParOf" srcId="{CEEE32DA-60A2-432E-A746-1E2C0B92B1B9}" destId="{261BD120-CFE6-4617-8DB6-5CE8C466DD43}" srcOrd="0" destOrd="0" presId="urn:microsoft.com/office/officeart/2018/2/layout/IconLabelList"/>
    <dgm:cxn modelId="{0F0DED3D-4077-4736-9E20-144E9CABF07E}" type="presParOf" srcId="{CEEE32DA-60A2-432E-A746-1E2C0B92B1B9}" destId="{6A6F2BF5-7424-4332-8440-00800D813177}" srcOrd="1" destOrd="0" presId="urn:microsoft.com/office/officeart/2018/2/layout/IconLabelList"/>
    <dgm:cxn modelId="{9FDD45E6-6975-40D9-9172-606FEE87256A}" type="presParOf" srcId="{CEEE32DA-60A2-432E-A746-1E2C0B92B1B9}" destId="{6B469D6B-391D-4150-BA06-97112D6F5385}" srcOrd="2" destOrd="0" presId="urn:microsoft.com/office/officeart/2018/2/layout/IconLabelList"/>
    <dgm:cxn modelId="{398F4421-51E4-43C5-A577-9A15C4943ACC}" type="presParOf" srcId="{5AEB682F-B1A5-40F5-A0AD-818953F25012}" destId="{6046DD5E-63F7-4FC7-A59F-57553717E9D4}" srcOrd="7" destOrd="0" presId="urn:microsoft.com/office/officeart/2018/2/layout/IconLabelList"/>
    <dgm:cxn modelId="{918AC4CA-27FE-4DEF-9A69-D9734C3941EA}" type="presParOf" srcId="{5AEB682F-B1A5-40F5-A0AD-818953F25012}" destId="{7D9B89E6-C439-4FCC-B5B7-B4B298CD1AEF}" srcOrd="8" destOrd="0" presId="urn:microsoft.com/office/officeart/2018/2/layout/IconLabelList"/>
    <dgm:cxn modelId="{5262EA6C-5173-4D55-A7BF-1CAB2DEB1FB2}" type="presParOf" srcId="{7D9B89E6-C439-4FCC-B5B7-B4B298CD1AEF}" destId="{3FC6DCA4-E80A-4ABE-BB42-C2C3CC5EB875}" srcOrd="0" destOrd="0" presId="urn:microsoft.com/office/officeart/2018/2/layout/IconLabelList"/>
    <dgm:cxn modelId="{10943939-6E20-4152-BE2C-735D7CDE378D}" type="presParOf" srcId="{7D9B89E6-C439-4FCC-B5B7-B4B298CD1AEF}" destId="{E60A1D16-940B-4055-9973-18FEC99509EF}" srcOrd="1" destOrd="0" presId="urn:microsoft.com/office/officeart/2018/2/layout/IconLabelList"/>
    <dgm:cxn modelId="{F3A86054-491E-46C0-AE50-17E3E61B9CB3}" type="presParOf" srcId="{7D9B89E6-C439-4FCC-B5B7-B4B298CD1AEF}" destId="{B081B211-F205-4501-92EF-9971BE6458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E6CCE46-34DA-4B87-B221-7C489921DC96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1265A64-3686-4855-8B5A-02950162D46B}">
      <dgm:prSet/>
      <dgm:spPr/>
      <dgm:t>
        <a:bodyPr/>
        <a:lstStyle/>
        <a:p>
          <a:r>
            <a:rPr lang="en-US"/>
            <a:t>Phase I: Stabilisation (0–6 months)</a:t>
          </a:r>
        </a:p>
      </dgm:t>
    </dgm:pt>
    <dgm:pt modelId="{2A9123A4-6AC1-4252-BF69-5B2ABEE61F42}" type="parTrans" cxnId="{F9C9FD39-92E1-4F11-BF99-C593DFF36941}">
      <dgm:prSet/>
      <dgm:spPr/>
      <dgm:t>
        <a:bodyPr/>
        <a:lstStyle/>
        <a:p>
          <a:endParaRPr lang="en-US"/>
        </a:p>
      </dgm:t>
    </dgm:pt>
    <dgm:pt modelId="{54CB481D-60C3-41A2-9796-F0B6E1AA0B47}" type="sibTrans" cxnId="{F9C9FD39-92E1-4F11-BF99-C593DFF36941}">
      <dgm:prSet/>
      <dgm:spPr/>
      <dgm:t>
        <a:bodyPr/>
        <a:lstStyle/>
        <a:p>
          <a:endParaRPr lang="en-US"/>
        </a:p>
      </dgm:t>
    </dgm:pt>
    <dgm:pt modelId="{5BD3B5EE-C1C3-4FC0-9D8F-792CA634D48B}">
      <dgm:prSet/>
      <dgm:spPr/>
      <dgm:t>
        <a:bodyPr/>
        <a:lstStyle/>
        <a:p>
          <a:r>
            <a:rPr lang="en-US"/>
            <a:t>Phase II: Scale (6–18 months)</a:t>
          </a:r>
        </a:p>
      </dgm:t>
    </dgm:pt>
    <dgm:pt modelId="{F9F000E3-EDE4-4BBF-80C1-43C92A415BC0}" type="parTrans" cxnId="{7997E95B-9BF8-4C3D-8F20-27DA2294B413}">
      <dgm:prSet/>
      <dgm:spPr/>
      <dgm:t>
        <a:bodyPr/>
        <a:lstStyle/>
        <a:p>
          <a:endParaRPr lang="en-US"/>
        </a:p>
      </dgm:t>
    </dgm:pt>
    <dgm:pt modelId="{6B835F36-8A57-48EF-8F94-D61952363E42}" type="sibTrans" cxnId="{7997E95B-9BF8-4C3D-8F20-27DA2294B413}">
      <dgm:prSet/>
      <dgm:spPr/>
      <dgm:t>
        <a:bodyPr/>
        <a:lstStyle/>
        <a:p>
          <a:endParaRPr lang="en-US"/>
        </a:p>
      </dgm:t>
    </dgm:pt>
    <dgm:pt modelId="{173961DA-74A0-4DCF-BE39-40407967138A}">
      <dgm:prSet/>
      <dgm:spPr/>
      <dgm:t>
        <a:bodyPr/>
        <a:lstStyle/>
        <a:p>
          <a:r>
            <a:rPr lang="en-US"/>
            <a:t>Phase III: Optimisation (18+ months)</a:t>
          </a:r>
        </a:p>
      </dgm:t>
    </dgm:pt>
    <dgm:pt modelId="{3FCBA6FD-3CFE-4FD0-BD28-F59478F7143E}" type="parTrans" cxnId="{93C52DF8-F011-4BE3-8D4A-C16E6A75364A}">
      <dgm:prSet/>
      <dgm:spPr/>
      <dgm:t>
        <a:bodyPr/>
        <a:lstStyle/>
        <a:p>
          <a:endParaRPr lang="en-US"/>
        </a:p>
      </dgm:t>
    </dgm:pt>
    <dgm:pt modelId="{7E968722-5E36-4E32-9A74-AFFB5C491E20}" type="sibTrans" cxnId="{93C52DF8-F011-4BE3-8D4A-C16E6A75364A}">
      <dgm:prSet/>
      <dgm:spPr/>
      <dgm:t>
        <a:bodyPr/>
        <a:lstStyle/>
        <a:p>
          <a:endParaRPr lang="en-US"/>
        </a:p>
      </dgm:t>
    </dgm:pt>
    <dgm:pt modelId="{A4FA4863-0DFA-499F-A7E0-AAB198A25C4B}">
      <dgm:prSet/>
      <dgm:spPr/>
      <dgm:t>
        <a:bodyPr/>
        <a:lstStyle/>
        <a:p>
          <a:r>
            <a:rPr lang="en-US"/>
            <a:t>Decision-gate controlled progression</a:t>
          </a:r>
        </a:p>
      </dgm:t>
    </dgm:pt>
    <dgm:pt modelId="{B90DBEE3-CA60-4E94-B826-2DCA80E7B640}" type="parTrans" cxnId="{4C871D8F-81B1-464C-A30E-5D0C3D84834B}">
      <dgm:prSet/>
      <dgm:spPr/>
      <dgm:t>
        <a:bodyPr/>
        <a:lstStyle/>
        <a:p>
          <a:endParaRPr lang="en-US"/>
        </a:p>
      </dgm:t>
    </dgm:pt>
    <dgm:pt modelId="{0AF68C41-F792-45F5-9B1E-9B0D32957961}" type="sibTrans" cxnId="{4C871D8F-81B1-464C-A30E-5D0C3D84834B}">
      <dgm:prSet/>
      <dgm:spPr/>
      <dgm:t>
        <a:bodyPr/>
        <a:lstStyle/>
        <a:p>
          <a:endParaRPr lang="en-US"/>
        </a:p>
      </dgm:t>
    </dgm:pt>
    <dgm:pt modelId="{E64AF465-4FEF-BB47-951B-1BEB17ABF98E}" type="pres">
      <dgm:prSet presAssocID="{2E6CCE46-34DA-4B87-B221-7C489921DC96}" presName="vert0" presStyleCnt="0">
        <dgm:presLayoutVars>
          <dgm:dir/>
          <dgm:animOne val="branch"/>
          <dgm:animLvl val="lvl"/>
        </dgm:presLayoutVars>
      </dgm:prSet>
      <dgm:spPr/>
    </dgm:pt>
    <dgm:pt modelId="{CDD683FE-540F-E84E-9C13-20FB82A46517}" type="pres">
      <dgm:prSet presAssocID="{81265A64-3686-4855-8B5A-02950162D46B}" presName="thickLine" presStyleLbl="alignNode1" presStyleIdx="0" presStyleCnt="4"/>
      <dgm:spPr/>
    </dgm:pt>
    <dgm:pt modelId="{F867FD67-6834-B749-B9AB-0C093D0D3604}" type="pres">
      <dgm:prSet presAssocID="{81265A64-3686-4855-8B5A-02950162D46B}" presName="horz1" presStyleCnt="0"/>
      <dgm:spPr/>
    </dgm:pt>
    <dgm:pt modelId="{F817E71F-3182-1D46-8E72-20189B6A82B1}" type="pres">
      <dgm:prSet presAssocID="{81265A64-3686-4855-8B5A-02950162D46B}" presName="tx1" presStyleLbl="revTx" presStyleIdx="0" presStyleCnt="4"/>
      <dgm:spPr/>
    </dgm:pt>
    <dgm:pt modelId="{755D0ABB-E03C-D542-BE98-175EF8097187}" type="pres">
      <dgm:prSet presAssocID="{81265A64-3686-4855-8B5A-02950162D46B}" presName="vert1" presStyleCnt="0"/>
      <dgm:spPr/>
    </dgm:pt>
    <dgm:pt modelId="{A84BA64F-CE91-EB4B-B95B-2BAF6529FD2E}" type="pres">
      <dgm:prSet presAssocID="{5BD3B5EE-C1C3-4FC0-9D8F-792CA634D48B}" presName="thickLine" presStyleLbl="alignNode1" presStyleIdx="1" presStyleCnt="4"/>
      <dgm:spPr/>
    </dgm:pt>
    <dgm:pt modelId="{A043C740-C1BB-7F42-B798-C762ADF67676}" type="pres">
      <dgm:prSet presAssocID="{5BD3B5EE-C1C3-4FC0-9D8F-792CA634D48B}" presName="horz1" presStyleCnt="0"/>
      <dgm:spPr/>
    </dgm:pt>
    <dgm:pt modelId="{66390FCD-C598-B44C-9043-C755E80C7B35}" type="pres">
      <dgm:prSet presAssocID="{5BD3B5EE-C1C3-4FC0-9D8F-792CA634D48B}" presName="tx1" presStyleLbl="revTx" presStyleIdx="1" presStyleCnt="4"/>
      <dgm:spPr/>
    </dgm:pt>
    <dgm:pt modelId="{D0481226-AC58-9441-913B-66EB9860CA94}" type="pres">
      <dgm:prSet presAssocID="{5BD3B5EE-C1C3-4FC0-9D8F-792CA634D48B}" presName="vert1" presStyleCnt="0"/>
      <dgm:spPr/>
    </dgm:pt>
    <dgm:pt modelId="{E0ABFAC4-B7C6-CF41-8BC1-A4509D4B607A}" type="pres">
      <dgm:prSet presAssocID="{173961DA-74A0-4DCF-BE39-40407967138A}" presName="thickLine" presStyleLbl="alignNode1" presStyleIdx="2" presStyleCnt="4"/>
      <dgm:spPr/>
    </dgm:pt>
    <dgm:pt modelId="{CEB5A4AC-D933-9B42-BB9C-F3BC0BCD5400}" type="pres">
      <dgm:prSet presAssocID="{173961DA-74A0-4DCF-BE39-40407967138A}" presName="horz1" presStyleCnt="0"/>
      <dgm:spPr/>
    </dgm:pt>
    <dgm:pt modelId="{74855343-BDC2-8D41-A0A7-7496F49DDA66}" type="pres">
      <dgm:prSet presAssocID="{173961DA-74A0-4DCF-BE39-40407967138A}" presName="tx1" presStyleLbl="revTx" presStyleIdx="2" presStyleCnt="4"/>
      <dgm:spPr/>
    </dgm:pt>
    <dgm:pt modelId="{F5E7AB37-A355-3344-918F-775B80C0B882}" type="pres">
      <dgm:prSet presAssocID="{173961DA-74A0-4DCF-BE39-40407967138A}" presName="vert1" presStyleCnt="0"/>
      <dgm:spPr/>
    </dgm:pt>
    <dgm:pt modelId="{A69DFB83-A56F-0745-9ECE-FDC3127F30F4}" type="pres">
      <dgm:prSet presAssocID="{A4FA4863-0DFA-499F-A7E0-AAB198A25C4B}" presName="thickLine" presStyleLbl="alignNode1" presStyleIdx="3" presStyleCnt="4"/>
      <dgm:spPr/>
    </dgm:pt>
    <dgm:pt modelId="{81EEF38D-08C0-E247-95FE-0BFA59FB0622}" type="pres">
      <dgm:prSet presAssocID="{A4FA4863-0DFA-499F-A7E0-AAB198A25C4B}" presName="horz1" presStyleCnt="0"/>
      <dgm:spPr/>
    </dgm:pt>
    <dgm:pt modelId="{E6274E83-E6D2-1A45-9560-295FD7FBD0F4}" type="pres">
      <dgm:prSet presAssocID="{A4FA4863-0DFA-499F-A7E0-AAB198A25C4B}" presName="tx1" presStyleLbl="revTx" presStyleIdx="3" presStyleCnt="4"/>
      <dgm:spPr/>
    </dgm:pt>
    <dgm:pt modelId="{E7B3BA9B-0AE2-F444-A823-F6D9E160B3E8}" type="pres">
      <dgm:prSet presAssocID="{A4FA4863-0DFA-499F-A7E0-AAB198A25C4B}" presName="vert1" presStyleCnt="0"/>
      <dgm:spPr/>
    </dgm:pt>
  </dgm:ptLst>
  <dgm:cxnLst>
    <dgm:cxn modelId="{5DC09609-3D52-7643-9E7D-EBAFB46017F9}" type="presOf" srcId="{A4FA4863-0DFA-499F-A7E0-AAB198A25C4B}" destId="{E6274E83-E6D2-1A45-9560-295FD7FBD0F4}" srcOrd="0" destOrd="0" presId="urn:microsoft.com/office/officeart/2008/layout/LinedList"/>
    <dgm:cxn modelId="{F9C9FD39-92E1-4F11-BF99-C593DFF36941}" srcId="{2E6CCE46-34DA-4B87-B221-7C489921DC96}" destId="{81265A64-3686-4855-8B5A-02950162D46B}" srcOrd="0" destOrd="0" parTransId="{2A9123A4-6AC1-4252-BF69-5B2ABEE61F42}" sibTransId="{54CB481D-60C3-41A2-9796-F0B6E1AA0B47}"/>
    <dgm:cxn modelId="{E3C6D242-0148-B242-A965-7DB8A5AB1C59}" type="presOf" srcId="{2E6CCE46-34DA-4B87-B221-7C489921DC96}" destId="{E64AF465-4FEF-BB47-951B-1BEB17ABF98E}" srcOrd="0" destOrd="0" presId="urn:microsoft.com/office/officeart/2008/layout/LinedList"/>
    <dgm:cxn modelId="{7997E95B-9BF8-4C3D-8F20-27DA2294B413}" srcId="{2E6CCE46-34DA-4B87-B221-7C489921DC96}" destId="{5BD3B5EE-C1C3-4FC0-9D8F-792CA634D48B}" srcOrd="1" destOrd="0" parTransId="{F9F000E3-EDE4-4BBF-80C1-43C92A415BC0}" sibTransId="{6B835F36-8A57-48EF-8F94-D61952363E42}"/>
    <dgm:cxn modelId="{4C871D8F-81B1-464C-A30E-5D0C3D84834B}" srcId="{2E6CCE46-34DA-4B87-B221-7C489921DC96}" destId="{A4FA4863-0DFA-499F-A7E0-AAB198A25C4B}" srcOrd="3" destOrd="0" parTransId="{B90DBEE3-CA60-4E94-B826-2DCA80E7B640}" sibTransId="{0AF68C41-F792-45F5-9B1E-9B0D32957961}"/>
    <dgm:cxn modelId="{A44933B4-4AB8-5946-B131-35D9C59C3122}" type="presOf" srcId="{81265A64-3686-4855-8B5A-02950162D46B}" destId="{F817E71F-3182-1D46-8E72-20189B6A82B1}" srcOrd="0" destOrd="0" presId="urn:microsoft.com/office/officeart/2008/layout/LinedList"/>
    <dgm:cxn modelId="{D0FF0BE3-9897-D949-8492-4E6515F3CC12}" type="presOf" srcId="{5BD3B5EE-C1C3-4FC0-9D8F-792CA634D48B}" destId="{66390FCD-C598-B44C-9043-C755E80C7B35}" srcOrd="0" destOrd="0" presId="urn:microsoft.com/office/officeart/2008/layout/LinedList"/>
    <dgm:cxn modelId="{970A87F3-C62F-1048-8A35-A71529A053FA}" type="presOf" srcId="{173961DA-74A0-4DCF-BE39-40407967138A}" destId="{74855343-BDC2-8D41-A0A7-7496F49DDA66}" srcOrd="0" destOrd="0" presId="urn:microsoft.com/office/officeart/2008/layout/LinedList"/>
    <dgm:cxn modelId="{93C52DF8-F011-4BE3-8D4A-C16E6A75364A}" srcId="{2E6CCE46-34DA-4B87-B221-7C489921DC96}" destId="{173961DA-74A0-4DCF-BE39-40407967138A}" srcOrd="2" destOrd="0" parTransId="{3FCBA6FD-3CFE-4FD0-BD28-F59478F7143E}" sibTransId="{7E968722-5E36-4E32-9A74-AFFB5C491E20}"/>
    <dgm:cxn modelId="{33A7BE73-9497-DA4D-8593-C1939021A678}" type="presParOf" srcId="{E64AF465-4FEF-BB47-951B-1BEB17ABF98E}" destId="{CDD683FE-540F-E84E-9C13-20FB82A46517}" srcOrd="0" destOrd="0" presId="urn:microsoft.com/office/officeart/2008/layout/LinedList"/>
    <dgm:cxn modelId="{ACE6D4C5-85F4-C34D-9842-072691069A44}" type="presParOf" srcId="{E64AF465-4FEF-BB47-951B-1BEB17ABF98E}" destId="{F867FD67-6834-B749-B9AB-0C093D0D3604}" srcOrd="1" destOrd="0" presId="urn:microsoft.com/office/officeart/2008/layout/LinedList"/>
    <dgm:cxn modelId="{4BFFC9C9-FBF7-7942-9992-A892D505775F}" type="presParOf" srcId="{F867FD67-6834-B749-B9AB-0C093D0D3604}" destId="{F817E71F-3182-1D46-8E72-20189B6A82B1}" srcOrd="0" destOrd="0" presId="urn:microsoft.com/office/officeart/2008/layout/LinedList"/>
    <dgm:cxn modelId="{2CB9409C-3DA3-D544-8684-8B1463968805}" type="presParOf" srcId="{F867FD67-6834-B749-B9AB-0C093D0D3604}" destId="{755D0ABB-E03C-D542-BE98-175EF8097187}" srcOrd="1" destOrd="0" presId="urn:microsoft.com/office/officeart/2008/layout/LinedList"/>
    <dgm:cxn modelId="{DCBDE381-D6E5-4349-A88C-84B1212EC4A3}" type="presParOf" srcId="{E64AF465-4FEF-BB47-951B-1BEB17ABF98E}" destId="{A84BA64F-CE91-EB4B-B95B-2BAF6529FD2E}" srcOrd="2" destOrd="0" presId="urn:microsoft.com/office/officeart/2008/layout/LinedList"/>
    <dgm:cxn modelId="{7F8BBD47-B113-0849-88C5-80DD79203B89}" type="presParOf" srcId="{E64AF465-4FEF-BB47-951B-1BEB17ABF98E}" destId="{A043C740-C1BB-7F42-B798-C762ADF67676}" srcOrd="3" destOrd="0" presId="urn:microsoft.com/office/officeart/2008/layout/LinedList"/>
    <dgm:cxn modelId="{18F1802D-5DBA-3B4C-9EAD-5901ECF768B6}" type="presParOf" srcId="{A043C740-C1BB-7F42-B798-C762ADF67676}" destId="{66390FCD-C598-B44C-9043-C755E80C7B35}" srcOrd="0" destOrd="0" presId="urn:microsoft.com/office/officeart/2008/layout/LinedList"/>
    <dgm:cxn modelId="{A4C21F86-AA0D-7F43-8C95-F1BDC3A5E1BD}" type="presParOf" srcId="{A043C740-C1BB-7F42-B798-C762ADF67676}" destId="{D0481226-AC58-9441-913B-66EB9860CA94}" srcOrd="1" destOrd="0" presId="urn:microsoft.com/office/officeart/2008/layout/LinedList"/>
    <dgm:cxn modelId="{CF89D724-D523-5C44-BAA7-8E018976281C}" type="presParOf" srcId="{E64AF465-4FEF-BB47-951B-1BEB17ABF98E}" destId="{E0ABFAC4-B7C6-CF41-8BC1-A4509D4B607A}" srcOrd="4" destOrd="0" presId="urn:microsoft.com/office/officeart/2008/layout/LinedList"/>
    <dgm:cxn modelId="{49B35A6F-08EB-BD43-A95B-CDC9CFDA04A0}" type="presParOf" srcId="{E64AF465-4FEF-BB47-951B-1BEB17ABF98E}" destId="{CEB5A4AC-D933-9B42-BB9C-F3BC0BCD5400}" srcOrd="5" destOrd="0" presId="urn:microsoft.com/office/officeart/2008/layout/LinedList"/>
    <dgm:cxn modelId="{9D71A7B0-CC53-1044-AE76-0312EF485E0D}" type="presParOf" srcId="{CEB5A4AC-D933-9B42-BB9C-F3BC0BCD5400}" destId="{74855343-BDC2-8D41-A0A7-7496F49DDA66}" srcOrd="0" destOrd="0" presId="urn:microsoft.com/office/officeart/2008/layout/LinedList"/>
    <dgm:cxn modelId="{B4CC4107-54AC-A94F-95D5-2E75660A1CCA}" type="presParOf" srcId="{CEB5A4AC-D933-9B42-BB9C-F3BC0BCD5400}" destId="{F5E7AB37-A355-3344-918F-775B80C0B882}" srcOrd="1" destOrd="0" presId="urn:microsoft.com/office/officeart/2008/layout/LinedList"/>
    <dgm:cxn modelId="{D890F0B5-9C71-514F-BAE8-2719EB5F5CA0}" type="presParOf" srcId="{E64AF465-4FEF-BB47-951B-1BEB17ABF98E}" destId="{A69DFB83-A56F-0745-9ECE-FDC3127F30F4}" srcOrd="6" destOrd="0" presId="urn:microsoft.com/office/officeart/2008/layout/LinedList"/>
    <dgm:cxn modelId="{F5E631FE-9A2F-5943-B886-BA24D5225F95}" type="presParOf" srcId="{E64AF465-4FEF-BB47-951B-1BEB17ABF98E}" destId="{81EEF38D-08C0-E247-95FE-0BFA59FB0622}" srcOrd="7" destOrd="0" presId="urn:microsoft.com/office/officeart/2008/layout/LinedList"/>
    <dgm:cxn modelId="{7C62C97C-A6F7-3146-B6C5-DD00DD4614A4}" type="presParOf" srcId="{81EEF38D-08C0-E247-95FE-0BFA59FB0622}" destId="{E6274E83-E6D2-1A45-9560-295FD7FBD0F4}" srcOrd="0" destOrd="0" presId="urn:microsoft.com/office/officeart/2008/layout/LinedList"/>
    <dgm:cxn modelId="{BE51F6CD-B95A-684E-B7CB-E0C850F1DBED}" type="presParOf" srcId="{81EEF38D-08C0-E247-95FE-0BFA59FB0622}" destId="{E7B3BA9B-0AE2-F444-A823-F6D9E160B3E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9E8EF70-F085-4290-8C4D-95D9ADF737E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3B87CB0-1CA4-4642-A758-B37CBCDDD2E3}">
      <dgm:prSet/>
      <dgm:spPr/>
      <dgm:t>
        <a:bodyPr/>
        <a:lstStyle/>
        <a:p>
          <a:pPr>
            <a:defRPr cap="all"/>
          </a:pPr>
          <a:r>
            <a:rPr lang="en-US"/>
            <a:t>Digital Maturity Index (DMI)</a:t>
          </a:r>
        </a:p>
      </dgm:t>
    </dgm:pt>
    <dgm:pt modelId="{9E7F9678-FB67-4764-9C1A-B1E4ED33CEE9}" type="parTrans" cxnId="{0DFC714D-DCEB-46E6-A81C-0678366E5687}">
      <dgm:prSet/>
      <dgm:spPr/>
      <dgm:t>
        <a:bodyPr/>
        <a:lstStyle/>
        <a:p>
          <a:endParaRPr lang="en-US"/>
        </a:p>
      </dgm:t>
    </dgm:pt>
    <dgm:pt modelId="{441BF58A-C460-4818-AE4F-171FD2E7A347}" type="sibTrans" cxnId="{0DFC714D-DCEB-46E6-A81C-0678366E5687}">
      <dgm:prSet/>
      <dgm:spPr/>
      <dgm:t>
        <a:bodyPr/>
        <a:lstStyle/>
        <a:p>
          <a:endParaRPr lang="en-US"/>
        </a:p>
      </dgm:t>
    </dgm:pt>
    <dgm:pt modelId="{7DE8F70F-3C9B-425D-B7B3-23657C414F20}">
      <dgm:prSet/>
      <dgm:spPr/>
      <dgm:t>
        <a:bodyPr/>
        <a:lstStyle/>
        <a:p>
          <a:pPr>
            <a:defRPr cap="all"/>
          </a:pPr>
          <a:r>
            <a:rPr lang="en-US"/>
            <a:t>Service performance indicators</a:t>
          </a:r>
        </a:p>
      </dgm:t>
    </dgm:pt>
    <dgm:pt modelId="{D17FC120-ED7F-41DC-ACDE-AD512A8043DB}" type="parTrans" cxnId="{8CE78B93-3EC1-422E-A0FB-C9E059BA77E1}">
      <dgm:prSet/>
      <dgm:spPr/>
      <dgm:t>
        <a:bodyPr/>
        <a:lstStyle/>
        <a:p>
          <a:endParaRPr lang="en-US"/>
        </a:p>
      </dgm:t>
    </dgm:pt>
    <dgm:pt modelId="{0E3FC4D4-ACF0-4282-B6E4-D48B8D1F6D3D}" type="sibTrans" cxnId="{8CE78B93-3EC1-422E-A0FB-C9E059BA77E1}">
      <dgm:prSet/>
      <dgm:spPr/>
      <dgm:t>
        <a:bodyPr/>
        <a:lstStyle/>
        <a:p>
          <a:endParaRPr lang="en-US"/>
        </a:p>
      </dgm:t>
    </dgm:pt>
    <dgm:pt modelId="{7CCB1F17-1A4C-4ECC-9879-51BCD4E0D6B0}">
      <dgm:prSet/>
      <dgm:spPr/>
      <dgm:t>
        <a:bodyPr/>
        <a:lstStyle/>
        <a:p>
          <a:pPr>
            <a:defRPr cap="all"/>
          </a:pPr>
          <a:r>
            <a:rPr lang="en-US"/>
            <a:t>Architecture compliance tracking</a:t>
          </a:r>
        </a:p>
      </dgm:t>
    </dgm:pt>
    <dgm:pt modelId="{FD68154C-C5A7-4C90-B72F-9F435A473D33}" type="parTrans" cxnId="{37F8F3B4-0297-40B1-8D74-FFB27CCA53E7}">
      <dgm:prSet/>
      <dgm:spPr/>
      <dgm:t>
        <a:bodyPr/>
        <a:lstStyle/>
        <a:p>
          <a:endParaRPr lang="en-US"/>
        </a:p>
      </dgm:t>
    </dgm:pt>
    <dgm:pt modelId="{6312AE88-776A-42A8-B2E3-5662D2470210}" type="sibTrans" cxnId="{37F8F3B4-0297-40B1-8D74-FFB27CCA53E7}">
      <dgm:prSet/>
      <dgm:spPr/>
      <dgm:t>
        <a:bodyPr/>
        <a:lstStyle/>
        <a:p>
          <a:endParaRPr lang="en-US"/>
        </a:p>
      </dgm:t>
    </dgm:pt>
    <dgm:pt modelId="{6026719B-9B98-4A94-879C-F39326E1BC2D}">
      <dgm:prSet/>
      <dgm:spPr/>
      <dgm:t>
        <a:bodyPr/>
        <a:lstStyle/>
        <a:p>
          <a:pPr>
            <a:defRPr cap="all"/>
          </a:pPr>
          <a:r>
            <a:rPr lang="en-US"/>
            <a:t>Risk and escalation thresholds</a:t>
          </a:r>
        </a:p>
      </dgm:t>
    </dgm:pt>
    <dgm:pt modelId="{9DEA16E3-99B9-4763-BE59-F0B3EE5E9357}" type="parTrans" cxnId="{27CF92EE-B50F-41FB-8C51-F689B1C7F85A}">
      <dgm:prSet/>
      <dgm:spPr/>
      <dgm:t>
        <a:bodyPr/>
        <a:lstStyle/>
        <a:p>
          <a:endParaRPr lang="en-US"/>
        </a:p>
      </dgm:t>
    </dgm:pt>
    <dgm:pt modelId="{5BFF8487-5457-4AD0-9AB6-E2200F68065B}" type="sibTrans" cxnId="{27CF92EE-B50F-41FB-8C51-F689B1C7F85A}">
      <dgm:prSet/>
      <dgm:spPr/>
      <dgm:t>
        <a:bodyPr/>
        <a:lstStyle/>
        <a:p>
          <a:endParaRPr lang="en-US"/>
        </a:p>
      </dgm:t>
    </dgm:pt>
    <dgm:pt modelId="{31F57E89-576C-450E-9479-C0FC9A926289}" type="pres">
      <dgm:prSet presAssocID="{09E8EF70-F085-4290-8C4D-95D9ADF737E1}" presName="root" presStyleCnt="0">
        <dgm:presLayoutVars>
          <dgm:dir/>
          <dgm:resizeHandles val="exact"/>
        </dgm:presLayoutVars>
      </dgm:prSet>
      <dgm:spPr/>
    </dgm:pt>
    <dgm:pt modelId="{8123E683-D37A-4301-83BE-53AFFC6A9ABC}" type="pres">
      <dgm:prSet presAssocID="{23B87CB0-1CA4-4642-A758-B37CBCDDD2E3}" presName="compNode" presStyleCnt="0"/>
      <dgm:spPr/>
    </dgm:pt>
    <dgm:pt modelId="{21947018-0276-4CBC-87E6-F963E379B40C}" type="pres">
      <dgm:prSet presAssocID="{23B87CB0-1CA4-4642-A758-B37CBCDDD2E3}" presName="iconBgRect" presStyleLbl="bgShp" presStyleIdx="0" presStyleCnt="4"/>
      <dgm:spPr/>
    </dgm:pt>
    <dgm:pt modelId="{95991AE5-2EFE-41C0-933E-F35D055933BB}" type="pres">
      <dgm:prSet presAssocID="{23B87CB0-1CA4-4642-A758-B37CBCDDD2E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6A6511D-6D98-49F6-8CF8-2B28478C0ACE}" type="pres">
      <dgm:prSet presAssocID="{23B87CB0-1CA4-4642-A758-B37CBCDDD2E3}" presName="spaceRect" presStyleCnt="0"/>
      <dgm:spPr/>
    </dgm:pt>
    <dgm:pt modelId="{101EFA62-23B5-40F2-8BAA-FB5D683F262F}" type="pres">
      <dgm:prSet presAssocID="{23B87CB0-1CA4-4642-A758-B37CBCDDD2E3}" presName="textRect" presStyleLbl="revTx" presStyleIdx="0" presStyleCnt="4">
        <dgm:presLayoutVars>
          <dgm:chMax val="1"/>
          <dgm:chPref val="1"/>
        </dgm:presLayoutVars>
      </dgm:prSet>
      <dgm:spPr/>
    </dgm:pt>
    <dgm:pt modelId="{EC308F67-D258-4D7B-B88C-5A4AFF2B53F9}" type="pres">
      <dgm:prSet presAssocID="{441BF58A-C460-4818-AE4F-171FD2E7A347}" presName="sibTrans" presStyleCnt="0"/>
      <dgm:spPr/>
    </dgm:pt>
    <dgm:pt modelId="{00B2E596-1BC9-4558-A6AF-D4C3D65C7DD7}" type="pres">
      <dgm:prSet presAssocID="{7DE8F70F-3C9B-425D-B7B3-23657C414F20}" presName="compNode" presStyleCnt="0"/>
      <dgm:spPr/>
    </dgm:pt>
    <dgm:pt modelId="{86CE1AA8-2EF3-4499-9F2F-340E37629E9D}" type="pres">
      <dgm:prSet presAssocID="{7DE8F70F-3C9B-425D-B7B3-23657C414F20}" presName="iconBgRect" presStyleLbl="bgShp" presStyleIdx="1" presStyleCnt="4"/>
      <dgm:spPr/>
    </dgm:pt>
    <dgm:pt modelId="{EFD817A9-7F7A-4058-81A7-9957BABF38F1}" type="pres">
      <dgm:prSet presAssocID="{7DE8F70F-3C9B-425D-B7B3-23657C414F2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F8EECD9-864F-4D1F-813D-D2EB28EF909B}" type="pres">
      <dgm:prSet presAssocID="{7DE8F70F-3C9B-425D-B7B3-23657C414F20}" presName="spaceRect" presStyleCnt="0"/>
      <dgm:spPr/>
    </dgm:pt>
    <dgm:pt modelId="{139DB138-8F13-4247-BC54-FBB7951BA701}" type="pres">
      <dgm:prSet presAssocID="{7DE8F70F-3C9B-425D-B7B3-23657C414F20}" presName="textRect" presStyleLbl="revTx" presStyleIdx="1" presStyleCnt="4">
        <dgm:presLayoutVars>
          <dgm:chMax val="1"/>
          <dgm:chPref val="1"/>
        </dgm:presLayoutVars>
      </dgm:prSet>
      <dgm:spPr/>
    </dgm:pt>
    <dgm:pt modelId="{32F385D3-BFD1-4DDA-89BB-844EF69D0A35}" type="pres">
      <dgm:prSet presAssocID="{0E3FC4D4-ACF0-4282-B6E4-D48B8D1F6D3D}" presName="sibTrans" presStyleCnt="0"/>
      <dgm:spPr/>
    </dgm:pt>
    <dgm:pt modelId="{9C588AF7-8FF7-4CF7-BF41-1A511C33CDFE}" type="pres">
      <dgm:prSet presAssocID="{7CCB1F17-1A4C-4ECC-9879-51BCD4E0D6B0}" presName="compNode" presStyleCnt="0"/>
      <dgm:spPr/>
    </dgm:pt>
    <dgm:pt modelId="{75EF5F32-02BA-4286-80AD-6BDC20AE165E}" type="pres">
      <dgm:prSet presAssocID="{7CCB1F17-1A4C-4ECC-9879-51BCD4E0D6B0}" presName="iconBgRect" presStyleLbl="bgShp" presStyleIdx="2" presStyleCnt="4"/>
      <dgm:spPr/>
    </dgm:pt>
    <dgm:pt modelId="{F17567B4-A905-4BFB-9940-3FEAFEC58446}" type="pres">
      <dgm:prSet presAssocID="{7CCB1F17-1A4C-4ECC-9879-51BCD4E0D6B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C24FBE50-3756-4063-90F0-66844CE8CB3C}" type="pres">
      <dgm:prSet presAssocID="{7CCB1F17-1A4C-4ECC-9879-51BCD4E0D6B0}" presName="spaceRect" presStyleCnt="0"/>
      <dgm:spPr/>
    </dgm:pt>
    <dgm:pt modelId="{361BB22C-89FB-49D1-A068-117A46B807EC}" type="pres">
      <dgm:prSet presAssocID="{7CCB1F17-1A4C-4ECC-9879-51BCD4E0D6B0}" presName="textRect" presStyleLbl="revTx" presStyleIdx="2" presStyleCnt="4">
        <dgm:presLayoutVars>
          <dgm:chMax val="1"/>
          <dgm:chPref val="1"/>
        </dgm:presLayoutVars>
      </dgm:prSet>
      <dgm:spPr/>
    </dgm:pt>
    <dgm:pt modelId="{A91E5158-7DF7-4D04-ADC2-51E22E0FF4C0}" type="pres">
      <dgm:prSet presAssocID="{6312AE88-776A-42A8-B2E3-5662D2470210}" presName="sibTrans" presStyleCnt="0"/>
      <dgm:spPr/>
    </dgm:pt>
    <dgm:pt modelId="{55E34E6B-FF8C-4907-A314-5D36FB4ABF7F}" type="pres">
      <dgm:prSet presAssocID="{6026719B-9B98-4A94-879C-F39326E1BC2D}" presName="compNode" presStyleCnt="0"/>
      <dgm:spPr/>
    </dgm:pt>
    <dgm:pt modelId="{D66DB911-EF2F-47C3-AC46-73D3F38B2832}" type="pres">
      <dgm:prSet presAssocID="{6026719B-9B98-4A94-879C-F39326E1BC2D}" presName="iconBgRect" presStyleLbl="bgShp" presStyleIdx="3" presStyleCnt="4"/>
      <dgm:spPr/>
    </dgm:pt>
    <dgm:pt modelId="{B386F16F-E702-425E-82ED-0F52C47F7443}" type="pres">
      <dgm:prSet presAssocID="{6026719B-9B98-4A94-879C-F39326E1BC2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7FE4095A-A879-4B24-A8B2-DA6CCD30BBE2}" type="pres">
      <dgm:prSet presAssocID="{6026719B-9B98-4A94-879C-F39326E1BC2D}" presName="spaceRect" presStyleCnt="0"/>
      <dgm:spPr/>
    </dgm:pt>
    <dgm:pt modelId="{DA5D746D-5A7F-4B6B-9077-1ED86F57BE04}" type="pres">
      <dgm:prSet presAssocID="{6026719B-9B98-4A94-879C-F39326E1BC2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D90AE01-A966-44AA-907C-7A9AF991E521}" type="presOf" srcId="{6026719B-9B98-4A94-879C-F39326E1BC2D}" destId="{DA5D746D-5A7F-4B6B-9077-1ED86F57BE04}" srcOrd="0" destOrd="0" presId="urn:microsoft.com/office/officeart/2018/5/layout/IconCircleLabelList"/>
    <dgm:cxn modelId="{37B34F26-D856-41EA-80E8-A847033DD085}" type="presOf" srcId="{23B87CB0-1CA4-4642-A758-B37CBCDDD2E3}" destId="{101EFA62-23B5-40F2-8BAA-FB5D683F262F}" srcOrd="0" destOrd="0" presId="urn:microsoft.com/office/officeart/2018/5/layout/IconCircleLabelList"/>
    <dgm:cxn modelId="{0DFC714D-DCEB-46E6-A81C-0678366E5687}" srcId="{09E8EF70-F085-4290-8C4D-95D9ADF737E1}" destId="{23B87CB0-1CA4-4642-A758-B37CBCDDD2E3}" srcOrd="0" destOrd="0" parTransId="{9E7F9678-FB67-4764-9C1A-B1E4ED33CEE9}" sibTransId="{441BF58A-C460-4818-AE4F-171FD2E7A347}"/>
    <dgm:cxn modelId="{B054B272-749F-495A-9D46-EF775FA6FF34}" type="presOf" srcId="{7CCB1F17-1A4C-4ECC-9879-51BCD4E0D6B0}" destId="{361BB22C-89FB-49D1-A068-117A46B807EC}" srcOrd="0" destOrd="0" presId="urn:microsoft.com/office/officeart/2018/5/layout/IconCircleLabelList"/>
    <dgm:cxn modelId="{8CE78B93-3EC1-422E-A0FB-C9E059BA77E1}" srcId="{09E8EF70-F085-4290-8C4D-95D9ADF737E1}" destId="{7DE8F70F-3C9B-425D-B7B3-23657C414F20}" srcOrd="1" destOrd="0" parTransId="{D17FC120-ED7F-41DC-ACDE-AD512A8043DB}" sibTransId="{0E3FC4D4-ACF0-4282-B6E4-D48B8D1F6D3D}"/>
    <dgm:cxn modelId="{952CD598-8342-4A5A-B634-6E2197ECC36F}" type="presOf" srcId="{09E8EF70-F085-4290-8C4D-95D9ADF737E1}" destId="{31F57E89-576C-450E-9479-C0FC9A926289}" srcOrd="0" destOrd="0" presId="urn:microsoft.com/office/officeart/2018/5/layout/IconCircleLabelList"/>
    <dgm:cxn modelId="{37F8F3B4-0297-40B1-8D74-FFB27CCA53E7}" srcId="{09E8EF70-F085-4290-8C4D-95D9ADF737E1}" destId="{7CCB1F17-1A4C-4ECC-9879-51BCD4E0D6B0}" srcOrd="2" destOrd="0" parTransId="{FD68154C-C5A7-4C90-B72F-9F435A473D33}" sibTransId="{6312AE88-776A-42A8-B2E3-5662D2470210}"/>
    <dgm:cxn modelId="{5D365BD4-9CE6-4403-B003-AD7FF0479F12}" type="presOf" srcId="{7DE8F70F-3C9B-425D-B7B3-23657C414F20}" destId="{139DB138-8F13-4247-BC54-FBB7951BA701}" srcOrd="0" destOrd="0" presId="urn:microsoft.com/office/officeart/2018/5/layout/IconCircleLabelList"/>
    <dgm:cxn modelId="{27CF92EE-B50F-41FB-8C51-F689B1C7F85A}" srcId="{09E8EF70-F085-4290-8C4D-95D9ADF737E1}" destId="{6026719B-9B98-4A94-879C-F39326E1BC2D}" srcOrd="3" destOrd="0" parTransId="{9DEA16E3-99B9-4763-BE59-F0B3EE5E9357}" sibTransId="{5BFF8487-5457-4AD0-9AB6-E2200F68065B}"/>
    <dgm:cxn modelId="{6FEB111F-FF9A-46E8-84C2-73B3599EAE1C}" type="presParOf" srcId="{31F57E89-576C-450E-9479-C0FC9A926289}" destId="{8123E683-D37A-4301-83BE-53AFFC6A9ABC}" srcOrd="0" destOrd="0" presId="urn:microsoft.com/office/officeart/2018/5/layout/IconCircleLabelList"/>
    <dgm:cxn modelId="{5DC0926C-A29E-47BD-B5E8-38DFF410F0FF}" type="presParOf" srcId="{8123E683-D37A-4301-83BE-53AFFC6A9ABC}" destId="{21947018-0276-4CBC-87E6-F963E379B40C}" srcOrd="0" destOrd="0" presId="urn:microsoft.com/office/officeart/2018/5/layout/IconCircleLabelList"/>
    <dgm:cxn modelId="{EE7FDFED-9DC3-4CA9-B433-FABBA98175A1}" type="presParOf" srcId="{8123E683-D37A-4301-83BE-53AFFC6A9ABC}" destId="{95991AE5-2EFE-41C0-933E-F35D055933BB}" srcOrd="1" destOrd="0" presId="urn:microsoft.com/office/officeart/2018/5/layout/IconCircleLabelList"/>
    <dgm:cxn modelId="{65F699D3-F83C-4476-8D50-9E7CD4647420}" type="presParOf" srcId="{8123E683-D37A-4301-83BE-53AFFC6A9ABC}" destId="{96A6511D-6D98-49F6-8CF8-2B28478C0ACE}" srcOrd="2" destOrd="0" presId="urn:microsoft.com/office/officeart/2018/5/layout/IconCircleLabelList"/>
    <dgm:cxn modelId="{2823B635-65BA-45F8-92A3-3D4C4F03694E}" type="presParOf" srcId="{8123E683-D37A-4301-83BE-53AFFC6A9ABC}" destId="{101EFA62-23B5-40F2-8BAA-FB5D683F262F}" srcOrd="3" destOrd="0" presId="urn:microsoft.com/office/officeart/2018/5/layout/IconCircleLabelList"/>
    <dgm:cxn modelId="{BC96EC04-65A8-464B-BEF9-16F88D0C5622}" type="presParOf" srcId="{31F57E89-576C-450E-9479-C0FC9A926289}" destId="{EC308F67-D258-4D7B-B88C-5A4AFF2B53F9}" srcOrd="1" destOrd="0" presId="urn:microsoft.com/office/officeart/2018/5/layout/IconCircleLabelList"/>
    <dgm:cxn modelId="{CDEAEC4B-70AD-482F-AC1B-1132B1F22F63}" type="presParOf" srcId="{31F57E89-576C-450E-9479-C0FC9A926289}" destId="{00B2E596-1BC9-4558-A6AF-D4C3D65C7DD7}" srcOrd="2" destOrd="0" presId="urn:microsoft.com/office/officeart/2018/5/layout/IconCircleLabelList"/>
    <dgm:cxn modelId="{AF90B57F-62EE-4458-AB7B-5AF3EA9DA59F}" type="presParOf" srcId="{00B2E596-1BC9-4558-A6AF-D4C3D65C7DD7}" destId="{86CE1AA8-2EF3-4499-9F2F-340E37629E9D}" srcOrd="0" destOrd="0" presId="urn:microsoft.com/office/officeart/2018/5/layout/IconCircleLabelList"/>
    <dgm:cxn modelId="{EA2D237B-5E54-403C-9915-55124AFB3BC9}" type="presParOf" srcId="{00B2E596-1BC9-4558-A6AF-D4C3D65C7DD7}" destId="{EFD817A9-7F7A-4058-81A7-9957BABF38F1}" srcOrd="1" destOrd="0" presId="urn:microsoft.com/office/officeart/2018/5/layout/IconCircleLabelList"/>
    <dgm:cxn modelId="{1D58ABF4-A9E3-45B9-B8F5-900283F5B976}" type="presParOf" srcId="{00B2E596-1BC9-4558-A6AF-D4C3D65C7DD7}" destId="{BF8EECD9-864F-4D1F-813D-D2EB28EF909B}" srcOrd="2" destOrd="0" presId="urn:microsoft.com/office/officeart/2018/5/layout/IconCircleLabelList"/>
    <dgm:cxn modelId="{ACF3CEE9-BFD5-4427-9B88-AE13745CEEA4}" type="presParOf" srcId="{00B2E596-1BC9-4558-A6AF-D4C3D65C7DD7}" destId="{139DB138-8F13-4247-BC54-FBB7951BA701}" srcOrd="3" destOrd="0" presId="urn:microsoft.com/office/officeart/2018/5/layout/IconCircleLabelList"/>
    <dgm:cxn modelId="{0FCDDDF8-9B0A-4008-B729-798AFA216896}" type="presParOf" srcId="{31F57E89-576C-450E-9479-C0FC9A926289}" destId="{32F385D3-BFD1-4DDA-89BB-844EF69D0A35}" srcOrd="3" destOrd="0" presId="urn:microsoft.com/office/officeart/2018/5/layout/IconCircleLabelList"/>
    <dgm:cxn modelId="{A8A00458-A087-4170-8D76-3E54A941B661}" type="presParOf" srcId="{31F57E89-576C-450E-9479-C0FC9A926289}" destId="{9C588AF7-8FF7-4CF7-BF41-1A511C33CDFE}" srcOrd="4" destOrd="0" presId="urn:microsoft.com/office/officeart/2018/5/layout/IconCircleLabelList"/>
    <dgm:cxn modelId="{D793E93B-62E3-485E-993D-59FC7028BA50}" type="presParOf" srcId="{9C588AF7-8FF7-4CF7-BF41-1A511C33CDFE}" destId="{75EF5F32-02BA-4286-80AD-6BDC20AE165E}" srcOrd="0" destOrd="0" presId="urn:microsoft.com/office/officeart/2018/5/layout/IconCircleLabelList"/>
    <dgm:cxn modelId="{E82EDA23-4ADC-47B9-9C32-E655D2D967A0}" type="presParOf" srcId="{9C588AF7-8FF7-4CF7-BF41-1A511C33CDFE}" destId="{F17567B4-A905-4BFB-9940-3FEAFEC58446}" srcOrd="1" destOrd="0" presId="urn:microsoft.com/office/officeart/2018/5/layout/IconCircleLabelList"/>
    <dgm:cxn modelId="{85E4D86A-CC65-4402-BA9E-0FC07E2C9B93}" type="presParOf" srcId="{9C588AF7-8FF7-4CF7-BF41-1A511C33CDFE}" destId="{C24FBE50-3756-4063-90F0-66844CE8CB3C}" srcOrd="2" destOrd="0" presId="urn:microsoft.com/office/officeart/2018/5/layout/IconCircleLabelList"/>
    <dgm:cxn modelId="{89DE1EED-0AEB-411F-9B76-1DEA209B8F89}" type="presParOf" srcId="{9C588AF7-8FF7-4CF7-BF41-1A511C33CDFE}" destId="{361BB22C-89FB-49D1-A068-117A46B807EC}" srcOrd="3" destOrd="0" presId="urn:microsoft.com/office/officeart/2018/5/layout/IconCircleLabelList"/>
    <dgm:cxn modelId="{A04DCA88-861A-42DA-8FE1-D9457AAC00F6}" type="presParOf" srcId="{31F57E89-576C-450E-9479-C0FC9A926289}" destId="{A91E5158-7DF7-4D04-ADC2-51E22E0FF4C0}" srcOrd="5" destOrd="0" presId="urn:microsoft.com/office/officeart/2018/5/layout/IconCircleLabelList"/>
    <dgm:cxn modelId="{35EB281A-1861-4624-9F14-DCC518FE4B4B}" type="presParOf" srcId="{31F57E89-576C-450E-9479-C0FC9A926289}" destId="{55E34E6B-FF8C-4907-A314-5D36FB4ABF7F}" srcOrd="6" destOrd="0" presId="urn:microsoft.com/office/officeart/2018/5/layout/IconCircleLabelList"/>
    <dgm:cxn modelId="{71B932BE-E1AC-44FE-BA28-D526F0CAA37E}" type="presParOf" srcId="{55E34E6B-FF8C-4907-A314-5D36FB4ABF7F}" destId="{D66DB911-EF2F-47C3-AC46-73D3F38B2832}" srcOrd="0" destOrd="0" presId="urn:microsoft.com/office/officeart/2018/5/layout/IconCircleLabelList"/>
    <dgm:cxn modelId="{C6531364-A10C-4A4F-9A0F-230A5F779715}" type="presParOf" srcId="{55E34E6B-FF8C-4907-A314-5D36FB4ABF7F}" destId="{B386F16F-E702-425E-82ED-0F52C47F7443}" srcOrd="1" destOrd="0" presId="urn:microsoft.com/office/officeart/2018/5/layout/IconCircleLabelList"/>
    <dgm:cxn modelId="{BE04B532-B2E2-4026-AC24-AC10409CF6E3}" type="presParOf" srcId="{55E34E6B-FF8C-4907-A314-5D36FB4ABF7F}" destId="{7FE4095A-A879-4B24-A8B2-DA6CCD30BBE2}" srcOrd="2" destOrd="0" presId="urn:microsoft.com/office/officeart/2018/5/layout/IconCircleLabelList"/>
    <dgm:cxn modelId="{F24ADDC8-6C75-45BC-B7AC-D181156A2982}" type="presParOf" srcId="{55E34E6B-FF8C-4907-A314-5D36FB4ABF7F}" destId="{DA5D746D-5A7F-4B6B-9077-1ED86F57BE0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0712BDB-BF5B-4217-88B7-47EE34CA369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F3E9590-01D5-4CAC-B5E0-BD800605BA59}">
      <dgm:prSet/>
      <dgm:spPr/>
      <dgm:t>
        <a:bodyPr/>
        <a:lstStyle/>
        <a:p>
          <a:pPr>
            <a:defRPr cap="all"/>
          </a:pPr>
          <a:r>
            <a:rPr lang="en-US"/>
            <a:t>Institutional resistance</a:t>
          </a:r>
        </a:p>
      </dgm:t>
    </dgm:pt>
    <dgm:pt modelId="{1F01F4DB-3778-4FBE-BFC9-89F6C036FCC5}" type="parTrans" cxnId="{AF9BD3DE-F362-49F3-AE56-EF63F7FBE2FE}">
      <dgm:prSet/>
      <dgm:spPr/>
      <dgm:t>
        <a:bodyPr/>
        <a:lstStyle/>
        <a:p>
          <a:endParaRPr lang="en-US"/>
        </a:p>
      </dgm:t>
    </dgm:pt>
    <dgm:pt modelId="{B182BAFD-7F93-48EB-BC5B-081F817FBC47}" type="sibTrans" cxnId="{AF9BD3DE-F362-49F3-AE56-EF63F7FBE2FE}">
      <dgm:prSet/>
      <dgm:spPr/>
      <dgm:t>
        <a:bodyPr/>
        <a:lstStyle/>
        <a:p>
          <a:endParaRPr lang="en-US"/>
        </a:p>
      </dgm:t>
    </dgm:pt>
    <dgm:pt modelId="{D445AB8F-BE20-4496-9E75-30EB9A162119}">
      <dgm:prSet/>
      <dgm:spPr/>
      <dgm:t>
        <a:bodyPr/>
        <a:lstStyle/>
        <a:p>
          <a:pPr>
            <a:defRPr cap="all"/>
          </a:pPr>
          <a:r>
            <a:rPr lang="en-US"/>
            <a:t>Capacity constraints</a:t>
          </a:r>
        </a:p>
      </dgm:t>
    </dgm:pt>
    <dgm:pt modelId="{FCAC58AB-56BC-483A-B97B-C0718A2F26EB}" type="parTrans" cxnId="{CCAB87C6-BF1B-41F8-9E8F-9DA6FA99DADB}">
      <dgm:prSet/>
      <dgm:spPr/>
      <dgm:t>
        <a:bodyPr/>
        <a:lstStyle/>
        <a:p>
          <a:endParaRPr lang="en-US"/>
        </a:p>
      </dgm:t>
    </dgm:pt>
    <dgm:pt modelId="{2FBBAB60-0CDA-4379-BBBD-6257FB3B788F}" type="sibTrans" cxnId="{CCAB87C6-BF1B-41F8-9E8F-9DA6FA99DADB}">
      <dgm:prSet/>
      <dgm:spPr/>
      <dgm:t>
        <a:bodyPr/>
        <a:lstStyle/>
        <a:p>
          <a:endParaRPr lang="en-US"/>
        </a:p>
      </dgm:t>
    </dgm:pt>
    <dgm:pt modelId="{46CA47C6-E18E-43FC-AFFF-16F381EA0D17}">
      <dgm:prSet/>
      <dgm:spPr/>
      <dgm:t>
        <a:bodyPr/>
        <a:lstStyle/>
        <a:p>
          <a:pPr>
            <a:defRPr cap="all"/>
          </a:pPr>
          <a:r>
            <a:rPr lang="en-US"/>
            <a:t>Cybersecurity risks</a:t>
          </a:r>
        </a:p>
      </dgm:t>
    </dgm:pt>
    <dgm:pt modelId="{349ABDC7-D02F-4F81-B7AB-2CE5D08486EB}" type="parTrans" cxnId="{F025B5E5-C65A-4A9E-A159-70FC98B0EB53}">
      <dgm:prSet/>
      <dgm:spPr/>
      <dgm:t>
        <a:bodyPr/>
        <a:lstStyle/>
        <a:p>
          <a:endParaRPr lang="en-US"/>
        </a:p>
      </dgm:t>
    </dgm:pt>
    <dgm:pt modelId="{308C08D9-B496-4EEF-98DD-A533006470F4}" type="sibTrans" cxnId="{F025B5E5-C65A-4A9E-A159-70FC98B0EB53}">
      <dgm:prSet/>
      <dgm:spPr/>
      <dgm:t>
        <a:bodyPr/>
        <a:lstStyle/>
        <a:p>
          <a:endParaRPr lang="en-US"/>
        </a:p>
      </dgm:t>
    </dgm:pt>
    <dgm:pt modelId="{05E35E19-D753-4DA5-BB96-16A5AE39A9C2}">
      <dgm:prSet/>
      <dgm:spPr/>
      <dgm:t>
        <a:bodyPr/>
        <a:lstStyle/>
        <a:p>
          <a:pPr>
            <a:defRPr cap="all"/>
          </a:pPr>
          <a:r>
            <a:rPr lang="en-US"/>
            <a:t>Mitigation through governance and phasing</a:t>
          </a:r>
        </a:p>
      </dgm:t>
    </dgm:pt>
    <dgm:pt modelId="{AE28D842-D568-4617-847A-4834E3BB6912}" type="parTrans" cxnId="{7149DE6C-3FC6-4744-9100-B0F78440F50E}">
      <dgm:prSet/>
      <dgm:spPr/>
      <dgm:t>
        <a:bodyPr/>
        <a:lstStyle/>
        <a:p>
          <a:endParaRPr lang="en-US"/>
        </a:p>
      </dgm:t>
    </dgm:pt>
    <dgm:pt modelId="{53EDE852-8CE1-430D-A38D-596EDCD2CB0C}" type="sibTrans" cxnId="{7149DE6C-3FC6-4744-9100-B0F78440F50E}">
      <dgm:prSet/>
      <dgm:spPr/>
      <dgm:t>
        <a:bodyPr/>
        <a:lstStyle/>
        <a:p>
          <a:endParaRPr lang="en-US"/>
        </a:p>
      </dgm:t>
    </dgm:pt>
    <dgm:pt modelId="{818A388C-32F5-4743-813B-55C5208085D4}" type="pres">
      <dgm:prSet presAssocID="{60712BDB-BF5B-4217-88B7-47EE34CA369E}" presName="root" presStyleCnt="0">
        <dgm:presLayoutVars>
          <dgm:dir/>
          <dgm:resizeHandles val="exact"/>
        </dgm:presLayoutVars>
      </dgm:prSet>
      <dgm:spPr/>
    </dgm:pt>
    <dgm:pt modelId="{E4303611-D674-4948-A527-7468DA65D741}" type="pres">
      <dgm:prSet presAssocID="{0F3E9590-01D5-4CAC-B5E0-BD800605BA59}" presName="compNode" presStyleCnt="0"/>
      <dgm:spPr/>
    </dgm:pt>
    <dgm:pt modelId="{C03AC4A9-C41A-485D-8AE1-A26A992D7428}" type="pres">
      <dgm:prSet presAssocID="{0F3E9590-01D5-4CAC-B5E0-BD800605BA59}" presName="iconBgRect" presStyleLbl="bgShp" presStyleIdx="0" presStyleCnt="4"/>
      <dgm:spPr/>
    </dgm:pt>
    <dgm:pt modelId="{2A29CDA2-44FC-4AE1-B873-DD1A9BB60B06}" type="pres">
      <dgm:prSet presAssocID="{0F3E9590-01D5-4CAC-B5E0-BD800605BA5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63F95E6-C609-4291-B195-9DBD4B863647}" type="pres">
      <dgm:prSet presAssocID="{0F3E9590-01D5-4CAC-B5E0-BD800605BA59}" presName="spaceRect" presStyleCnt="0"/>
      <dgm:spPr/>
    </dgm:pt>
    <dgm:pt modelId="{7DA5260F-7577-41AF-95D6-FB747996311F}" type="pres">
      <dgm:prSet presAssocID="{0F3E9590-01D5-4CAC-B5E0-BD800605BA59}" presName="textRect" presStyleLbl="revTx" presStyleIdx="0" presStyleCnt="4">
        <dgm:presLayoutVars>
          <dgm:chMax val="1"/>
          <dgm:chPref val="1"/>
        </dgm:presLayoutVars>
      </dgm:prSet>
      <dgm:spPr/>
    </dgm:pt>
    <dgm:pt modelId="{BDCBDB7B-6E13-46B3-B4C6-DFC7CCA71980}" type="pres">
      <dgm:prSet presAssocID="{B182BAFD-7F93-48EB-BC5B-081F817FBC47}" presName="sibTrans" presStyleCnt="0"/>
      <dgm:spPr/>
    </dgm:pt>
    <dgm:pt modelId="{E245E78D-E7A3-4361-B90E-560790575431}" type="pres">
      <dgm:prSet presAssocID="{D445AB8F-BE20-4496-9E75-30EB9A162119}" presName="compNode" presStyleCnt="0"/>
      <dgm:spPr/>
    </dgm:pt>
    <dgm:pt modelId="{0664A850-06D0-4BAC-8C44-AB2E89CB4294}" type="pres">
      <dgm:prSet presAssocID="{D445AB8F-BE20-4496-9E75-30EB9A162119}" presName="iconBgRect" presStyleLbl="bgShp" presStyleIdx="1" presStyleCnt="4"/>
      <dgm:spPr/>
    </dgm:pt>
    <dgm:pt modelId="{42FE4D21-3CC6-4BEE-9F61-E3BCEF147993}" type="pres">
      <dgm:prSet presAssocID="{D445AB8F-BE20-4496-9E75-30EB9A16211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221A303-A6AA-4B83-AA14-A7D43C95E424}" type="pres">
      <dgm:prSet presAssocID="{D445AB8F-BE20-4496-9E75-30EB9A162119}" presName="spaceRect" presStyleCnt="0"/>
      <dgm:spPr/>
    </dgm:pt>
    <dgm:pt modelId="{15B9016B-970E-49B9-8284-54BEB4107EEC}" type="pres">
      <dgm:prSet presAssocID="{D445AB8F-BE20-4496-9E75-30EB9A162119}" presName="textRect" presStyleLbl="revTx" presStyleIdx="1" presStyleCnt="4">
        <dgm:presLayoutVars>
          <dgm:chMax val="1"/>
          <dgm:chPref val="1"/>
        </dgm:presLayoutVars>
      </dgm:prSet>
      <dgm:spPr/>
    </dgm:pt>
    <dgm:pt modelId="{4E11F8F1-9E9F-4D6F-B465-9FE61FBDF5BA}" type="pres">
      <dgm:prSet presAssocID="{2FBBAB60-0CDA-4379-BBBD-6257FB3B788F}" presName="sibTrans" presStyleCnt="0"/>
      <dgm:spPr/>
    </dgm:pt>
    <dgm:pt modelId="{1B817416-C393-46B9-A0E8-6981DBC663C0}" type="pres">
      <dgm:prSet presAssocID="{46CA47C6-E18E-43FC-AFFF-16F381EA0D17}" presName="compNode" presStyleCnt="0"/>
      <dgm:spPr/>
    </dgm:pt>
    <dgm:pt modelId="{521EEBFC-CFDB-444A-B4E7-40535C4984C5}" type="pres">
      <dgm:prSet presAssocID="{46CA47C6-E18E-43FC-AFFF-16F381EA0D17}" presName="iconBgRect" presStyleLbl="bgShp" presStyleIdx="2" presStyleCnt="4"/>
      <dgm:spPr/>
    </dgm:pt>
    <dgm:pt modelId="{63D58F47-7E86-4816-9B6B-89BC198D755F}" type="pres">
      <dgm:prSet presAssocID="{46CA47C6-E18E-43FC-AFFF-16F381EA0D1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4F81BD4-036B-4061-B53C-5C60145A7E65}" type="pres">
      <dgm:prSet presAssocID="{46CA47C6-E18E-43FC-AFFF-16F381EA0D17}" presName="spaceRect" presStyleCnt="0"/>
      <dgm:spPr/>
    </dgm:pt>
    <dgm:pt modelId="{E2F6F27E-0346-4646-A3F6-4D0CE72FC524}" type="pres">
      <dgm:prSet presAssocID="{46CA47C6-E18E-43FC-AFFF-16F381EA0D17}" presName="textRect" presStyleLbl="revTx" presStyleIdx="2" presStyleCnt="4">
        <dgm:presLayoutVars>
          <dgm:chMax val="1"/>
          <dgm:chPref val="1"/>
        </dgm:presLayoutVars>
      </dgm:prSet>
      <dgm:spPr/>
    </dgm:pt>
    <dgm:pt modelId="{F060A9A0-6584-45E0-9E89-92339F80CCD0}" type="pres">
      <dgm:prSet presAssocID="{308C08D9-B496-4EEF-98DD-A533006470F4}" presName="sibTrans" presStyleCnt="0"/>
      <dgm:spPr/>
    </dgm:pt>
    <dgm:pt modelId="{131DCBC0-42B3-49BA-B457-B38E0B6F541F}" type="pres">
      <dgm:prSet presAssocID="{05E35E19-D753-4DA5-BB96-16A5AE39A9C2}" presName="compNode" presStyleCnt="0"/>
      <dgm:spPr/>
    </dgm:pt>
    <dgm:pt modelId="{FA69D221-4BC7-4A2D-B131-9B40611D4E2B}" type="pres">
      <dgm:prSet presAssocID="{05E35E19-D753-4DA5-BB96-16A5AE39A9C2}" presName="iconBgRect" presStyleLbl="bgShp" presStyleIdx="3" presStyleCnt="4"/>
      <dgm:spPr/>
    </dgm:pt>
    <dgm:pt modelId="{C099B38B-A961-4246-8DBC-30B81B442370}" type="pres">
      <dgm:prSet presAssocID="{05E35E19-D753-4DA5-BB96-16A5AE39A9C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A2551903-784A-422F-B214-68B5B57A2308}" type="pres">
      <dgm:prSet presAssocID="{05E35E19-D753-4DA5-BB96-16A5AE39A9C2}" presName="spaceRect" presStyleCnt="0"/>
      <dgm:spPr/>
    </dgm:pt>
    <dgm:pt modelId="{72EFED13-8967-4A4E-BBED-8D4B4D20DB27}" type="pres">
      <dgm:prSet presAssocID="{05E35E19-D753-4DA5-BB96-16A5AE39A9C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80BD04F-663A-4AB8-B39F-FAF999970EF4}" type="presOf" srcId="{05E35E19-D753-4DA5-BB96-16A5AE39A9C2}" destId="{72EFED13-8967-4A4E-BBED-8D4B4D20DB27}" srcOrd="0" destOrd="0" presId="urn:microsoft.com/office/officeart/2018/5/layout/IconCircleLabelList"/>
    <dgm:cxn modelId="{7149DE6C-3FC6-4744-9100-B0F78440F50E}" srcId="{60712BDB-BF5B-4217-88B7-47EE34CA369E}" destId="{05E35E19-D753-4DA5-BB96-16A5AE39A9C2}" srcOrd="3" destOrd="0" parTransId="{AE28D842-D568-4617-847A-4834E3BB6912}" sibTransId="{53EDE852-8CE1-430D-A38D-596EDCD2CB0C}"/>
    <dgm:cxn modelId="{D9F7BDB0-C64B-490F-8410-9F12F773791D}" type="presOf" srcId="{46CA47C6-E18E-43FC-AFFF-16F381EA0D17}" destId="{E2F6F27E-0346-4646-A3F6-4D0CE72FC524}" srcOrd="0" destOrd="0" presId="urn:microsoft.com/office/officeart/2018/5/layout/IconCircleLabelList"/>
    <dgm:cxn modelId="{DB20B6BF-7B3D-4AD4-AF79-8C5C153E73FA}" type="presOf" srcId="{0F3E9590-01D5-4CAC-B5E0-BD800605BA59}" destId="{7DA5260F-7577-41AF-95D6-FB747996311F}" srcOrd="0" destOrd="0" presId="urn:microsoft.com/office/officeart/2018/5/layout/IconCircleLabelList"/>
    <dgm:cxn modelId="{CCAB87C6-BF1B-41F8-9E8F-9DA6FA99DADB}" srcId="{60712BDB-BF5B-4217-88B7-47EE34CA369E}" destId="{D445AB8F-BE20-4496-9E75-30EB9A162119}" srcOrd="1" destOrd="0" parTransId="{FCAC58AB-56BC-483A-B97B-C0718A2F26EB}" sibTransId="{2FBBAB60-0CDA-4379-BBBD-6257FB3B788F}"/>
    <dgm:cxn modelId="{AF9BD3DE-F362-49F3-AE56-EF63F7FBE2FE}" srcId="{60712BDB-BF5B-4217-88B7-47EE34CA369E}" destId="{0F3E9590-01D5-4CAC-B5E0-BD800605BA59}" srcOrd="0" destOrd="0" parTransId="{1F01F4DB-3778-4FBE-BFC9-89F6C036FCC5}" sibTransId="{B182BAFD-7F93-48EB-BC5B-081F817FBC47}"/>
    <dgm:cxn modelId="{F025B5E5-C65A-4A9E-A159-70FC98B0EB53}" srcId="{60712BDB-BF5B-4217-88B7-47EE34CA369E}" destId="{46CA47C6-E18E-43FC-AFFF-16F381EA0D17}" srcOrd="2" destOrd="0" parTransId="{349ABDC7-D02F-4F81-B7AB-2CE5D08486EB}" sibTransId="{308C08D9-B496-4EEF-98DD-A533006470F4}"/>
    <dgm:cxn modelId="{8771D2F7-71D3-48A8-B1CE-76D30144A874}" type="presOf" srcId="{60712BDB-BF5B-4217-88B7-47EE34CA369E}" destId="{818A388C-32F5-4743-813B-55C5208085D4}" srcOrd="0" destOrd="0" presId="urn:microsoft.com/office/officeart/2018/5/layout/IconCircleLabelList"/>
    <dgm:cxn modelId="{1F20B9FE-B4FF-4987-A0C9-289967B3EB9C}" type="presOf" srcId="{D445AB8F-BE20-4496-9E75-30EB9A162119}" destId="{15B9016B-970E-49B9-8284-54BEB4107EEC}" srcOrd="0" destOrd="0" presId="urn:microsoft.com/office/officeart/2018/5/layout/IconCircleLabelList"/>
    <dgm:cxn modelId="{4FA76787-85B4-412A-A621-632193E70386}" type="presParOf" srcId="{818A388C-32F5-4743-813B-55C5208085D4}" destId="{E4303611-D674-4948-A527-7468DA65D741}" srcOrd="0" destOrd="0" presId="urn:microsoft.com/office/officeart/2018/5/layout/IconCircleLabelList"/>
    <dgm:cxn modelId="{CB45F024-9896-4757-9781-300D014E7E42}" type="presParOf" srcId="{E4303611-D674-4948-A527-7468DA65D741}" destId="{C03AC4A9-C41A-485D-8AE1-A26A992D7428}" srcOrd="0" destOrd="0" presId="urn:microsoft.com/office/officeart/2018/5/layout/IconCircleLabelList"/>
    <dgm:cxn modelId="{FB7C25B3-5ED8-46A8-9905-D647CD0C0627}" type="presParOf" srcId="{E4303611-D674-4948-A527-7468DA65D741}" destId="{2A29CDA2-44FC-4AE1-B873-DD1A9BB60B06}" srcOrd="1" destOrd="0" presId="urn:microsoft.com/office/officeart/2018/5/layout/IconCircleLabelList"/>
    <dgm:cxn modelId="{21D4CD7E-DEE3-4ACF-BBF3-FEE29D5961AF}" type="presParOf" srcId="{E4303611-D674-4948-A527-7468DA65D741}" destId="{163F95E6-C609-4291-B195-9DBD4B863647}" srcOrd="2" destOrd="0" presId="urn:microsoft.com/office/officeart/2018/5/layout/IconCircleLabelList"/>
    <dgm:cxn modelId="{EA9FAAC8-5D55-4699-86A1-B4DE20D83B29}" type="presParOf" srcId="{E4303611-D674-4948-A527-7468DA65D741}" destId="{7DA5260F-7577-41AF-95D6-FB747996311F}" srcOrd="3" destOrd="0" presId="urn:microsoft.com/office/officeart/2018/5/layout/IconCircleLabelList"/>
    <dgm:cxn modelId="{9150F4A0-3A92-47D6-9BC3-616720F567B4}" type="presParOf" srcId="{818A388C-32F5-4743-813B-55C5208085D4}" destId="{BDCBDB7B-6E13-46B3-B4C6-DFC7CCA71980}" srcOrd="1" destOrd="0" presId="urn:microsoft.com/office/officeart/2018/5/layout/IconCircleLabelList"/>
    <dgm:cxn modelId="{B1DD0B98-CA0D-4D79-AA9D-1B89835E77C2}" type="presParOf" srcId="{818A388C-32F5-4743-813B-55C5208085D4}" destId="{E245E78D-E7A3-4361-B90E-560790575431}" srcOrd="2" destOrd="0" presId="urn:microsoft.com/office/officeart/2018/5/layout/IconCircleLabelList"/>
    <dgm:cxn modelId="{AE57E83D-3A84-46A1-A7CE-15A587B8AA4D}" type="presParOf" srcId="{E245E78D-E7A3-4361-B90E-560790575431}" destId="{0664A850-06D0-4BAC-8C44-AB2E89CB4294}" srcOrd="0" destOrd="0" presId="urn:microsoft.com/office/officeart/2018/5/layout/IconCircleLabelList"/>
    <dgm:cxn modelId="{F7C43845-1596-4857-8686-5007750494F0}" type="presParOf" srcId="{E245E78D-E7A3-4361-B90E-560790575431}" destId="{42FE4D21-3CC6-4BEE-9F61-E3BCEF147993}" srcOrd="1" destOrd="0" presId="urn:microsoft.com/office/officeart/2018/5/layout/IconCircleLabelList"/>
    <dgm:cxn modelId="{07B8295E-1723-464A-A6BB-6F3581743DDD}" type="presParOf" srcId="{E245E78D-E7A3-4361-B90E-560790575431}" destId="{C221A303-A6AA-4B83-AA14-A7D43C95E424}" srcOrd="2" destOrd="0" presId="urn:microsoft.com/office/officeart/2018/5/layout/IconCircleLabelList"/>
    <dgm:cxn modelId="{D36E95F3-D427-4793-BA52-87A37879B87C}" type="presParOf" srcId="{E245E78D-E7A3-4361-B90E-560790575431}" destId="{15B9016B-970E-49B9-8284-54BEB4107EEC}" srcOrd="3" destOrd="0" presId="urn:microsoft.com/office/officeart/2018/5/layout/IconCircleLabelList"/>
    <dgm:cxn modelId="{B9CB97B6-2833-4001-825C-27CCE256F871}" type="presParOf" srcId="{818A388C-32F5-4743-813B-55C5208085D4}" destId="{4E11F8F1-9E9F-4D6F-B465-9FE61FBDF5BA}" srcOrd="3" destOrd="0" presId="urn:microsoft.com/office/officeart/2018/5/layout/IconCircleLabelList"/>
    <dgm:cxn modelId="{C77DBDE6-194C-40DB-AE28-72085707CD8B}" type="presParOf" srcId="{818A388C-32F5-4743-813B-55C5208085D4}" destId="{1B817416-C393-46B9-A0E8-6981DBC663C0}" srcOrd="4" destOrd="0" presId="urn:microsoft.com/office/officeart/2018/5/layout/IconCircleLabelList"/>
    <dgm:cxn modelId="{CEFCCC06-9900-4E59-806E-52332D87C08C}" type="presParOf" srcId="{1B817416-C393-46B9-A0E8-6981DBC663C0}" destId="{521EEBFC-CFDB-444A-B4E7-40535C4984C5}" srcOrd="0" destOrd="0" presId="urn:microsoft.com/office/officeart/2018/5/layout/IconCircleLabelList"/>
    <dgm:cxn modelId="{B5318B3B-C159-4FBA-B211-42FF47024C01}" type="presParOf" srcId="{1B817416-C393-46B9-A0E8-6981DBC663C0}" destId="{63D58F47-7E86-4816-9B6B-89BC198D755F}" srcOrd="1" destOrd="0" presId="urn:microsoft.com/office/officeart/2018/5/layout/IconCircleLabelList"/>
    <dgm:cxn modelId="{4C6BBAFA-240D-4207-9B3A-E9EAF52B8E34}" type="presParOf" srcId="{1B817416-C393-46B9-A0E8-6981DBC663C0}" destId="{34F81BD4-036B-4061-B53C-5C60145A7E65}" srcOrd="2" destOrd="0" presId="urn:microsoft.com/office/officeart/2018/5/layout/IconCircleLabelList"/>
    <dgm:cxn modelId="{667A3AEB-5E04-4C04-85B6-56B18BCFC7BB}" type="presParOf" srcId="{1B817416-C393-46B9-A0E8-6981DBC663C0}" destId="{E2F6F27E-0346-4646-A3F6-4D0CE72FC524}" srcOrd="3" destOrd="0" presId="urn:microsoft.com/office/officeart/2018/5/layout/IconCircleLabelList"/>
    <dgm:cxn modelId="{E4871C63-8794-4E4F-AD4C-23073B09DF51}" type="presParOf" srcId="{818A388C-32F5-4743-813B-55C5208085D4}" destId="{F060A9A0-6584-45E0-9E89-92339F80CCD0}" srcOrd="5" destOrd="0" presId="urn:microsoft.com/office/officeart/2018/5/layout/IconCircleLabelList"/>
    <dgm:cxn modelId="{F2EDDACE-4697-4EEA-B08E-25FA9E32E03E}" type="presParOf" srcId="{818A388C-32F5-4743-813B-55C5208085D4}" destId="{131DCBC0-42B3-49BA-B457-B38E0B6F541F}" srcOrd="6" destOrd="0" presId="urn:microsoft.com/office/officeart/2018/5/layout/IconCircleLabelList"/>
    <dgm:cxn modelId="{ECCC4442-4546-43D6-A95D-A69925B52D61}" type="presParOf" srcId="{131DCBC0-42B3-49BA-B457-B38E0B6F541F}" destId="{FA69D221-4BC7-4A2D-B131-9B40611D4E2B}" srcOrd="0" destOrd="0" presId="urn:microsoft.com/office/officeart/2018/5/layout/IconCircleLabelList"/>
    <dgm:cxn modelId="{1AB2729D-F7D0-41FD-B27B-2CC1F9B066B4}" type="presParOf" srcId="{131DCBC0-42B3-49BA-B457-B38E0B6F541F}" destId="{C099B38B-A961-4246-8DBC-30B81B442370}" srcOrd="1" destOrd="0" presId="urn:microsoft.com/office/officeart/2018/5/layout/IconCircleLabelList"/>
    <dgm:cxn modelId="{FA2564BB-C87A-4CB0-8D55-B862C8F77220}" type="presParOf" srcId="{131DCBC0-42B3-49BA-B457-B38E0B6F541F}" destId="{A2551903-784A-422F-B214-68B5B57A2308}" srcOrd="2" destOrd="0" presId="urn:microsoft.com/office/officeart/2018/5/layout/IconCircleLabelList"/>
    <dgm:cxn modelId="{CD5B0903-A8F7-4478-AC42-452E93799331}" type="presParOf" srcId="{131DCBC0-42B3-49BA-B457-B38E0B6F541F}" destId="{72EFED13-8967-4A4E-BBED-8D4B4D20DB2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CC2B22B-2417-43D3-A58D-AFDFDEC5949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DD4484F-6203-4A16-8E34-E1E6E0EA16DF}">
      <dgm:prSet/>
      <dgm:spPr/>
      <dgm:t>
        <a:bodyPr/>
        <a:lstStyle/>
        <a:p>
          <a:r>
            <a:rPr lang="en-US"/>
            <a:t>Improved service efficiency and access</a:t>
          </a:r>
        </a:p>
      </dgm:t>
    </dgm:pt>
    <dgm:pt modelId="{5157539E-AA68-442C-B39F-89A8D45BD3D8}" type="parTrans" cxnId="{E593DD87-BF32-4117-8654-BD800ECD403A}">
      <dgm:prSet/>
      <dgm:spPr/>
      <dgm:t>
        <a:bodyPr/>
        <a:lstStyle/>
        <a:p>
          <a:endParaRPr lang="en-US"/>
        </a:p>
      </dgm:t>
    </dgm:pt>
    <dgm:pt modelId="{05E04785-6C37-4173-B850-4ED4C2966858}" type="sibTrans" cxnId="{E593DD87-BF32-4117-8654-BD800ECD403A}">
      <dgm:prSet/>
      <dgm:spPr/>
      <dgm:t>
        <a:bodyPr/>
        <a:lstStyle/>
        <a:p>
          <a:endParaRPr lang="en-US"/>
        </a:p>
      </dgm:t>
    </dgm:pt>
    <dgm:pt modelId="{428C0442-9BF7-45E1-9840-ECA29D2A536E}">
      <dgm:prSet/>
      <dgm:spPr/>
      <dgm:t>
        <a:bodyPr/>
        <a:lstStyle/>
        <a:p>
          <a:r>
            <a:rPr lang="en-US"/>
            <a:t>Reduced costs and duplication</a:t>
          </a:r>
        </a:p>
      </dgm:t>
    </dgm:pt>
    <dgm:pt modelId="{424963F1-F9BF-4F0F-91E1-4738F2547220}" type="parTrans" cxnId="{E91906A8-6DA9-4288-AB8B-0435FE4F5A3C}">
      <dgm:prSet/>
      <dgm:spPr/>
      <dgm:t>
        <a:bodyPr/>
        <a:lstStyle/>
        <a:p>
          <a:endParaRPr lang="en-US"/>
        </a:p>
      </dgm:t>
    </dgm:pt>
    <dgm:pt modelId="{5B90676A-FA8A-44E2-892A-5E2C13EC23E2}" type="sibTrans" cxnId="{E91906A8-6DA9-4288-AB8B-0435FE4F5A3C}">
      <dgm:prSet/>
      <dgm:spPr/>
      <dgm:t>
        <a:bodyPr/>
        <a:lstStyle/>
        <a:p>
          <a:endParaRPr lang="en-US"/>
        </a:p>
      </dgm:t>
    </dgm:pt>
    <dgm:pt modelId="{EFF249C2-1FF0-4211-BBE2-15BD754B5CAF}">
      <dgm:prSet/>
      <dgm:spPr/>
      <dgm:t>
        <a:bodyPr/>
        <a:lstStyle/>
        <a:p>
          <a:r>
            <a:rPr lang="en-US"/>
            <a:t>Enhanced transparency and accountability</a:t>
          </a:r>
        </a:p>
      </dgm:t>
    </dgm:pt>
    <dgm:pt modelId="{65B69AB2-BDD6-4287-92E0-A2A688FEC1F9}" type="parTrans" cxnId="{81E4C38A-FA6F-4010-A406-5E47CB1BD915}">
      <dgm:prSet/>
      <dgm:spPr/>
      <dgm:t>
        <a:bodyPr/>
        <a:lstStyle/>
        <a:p>
          <a:endParaRPr lang="en-US"/>
        </a:p>
      </dgm:t>
    </dgm:pt>
    <dgm:pt modelId="{0A9F5965-2099-4D9D-8B9A-435EE02C03DF}" type="sibTrans" cxnId="{81E4C38A-FA6F-4010-A406-5E47CB1BD915}">
      <dgm:prSet/>
      <dgm:spPr/>
      <dgm:t>
        <a:bodyPr/>
        <a:lstStyle/>
        <a:p>
          <a:endParaRPr lang="en-US"/>
        </a:p>
      </dgm:t>
    </dgm:pt>
    <dgm:pt modelId="{251B0460-60AD-4FDC-852E-CAF6A3339F90}">
      <dgm:prSet/>
      <dgm:spPr/>
      <dgm:t>
        <a:bodyPr/>
        <a:lstStyle/>
        <a:p>
          <a:r>
            <a:rPr lang="en-US"/>
            <a:t>Increased citizen trust</a:t>
          </a:r>
        </a:p>
      </dgm:t>
    </dgm:pt>
    <dgm:pt modelId="{3BD8767D-745B-46FD-BC28-736982F30967}" type="parTrans" cxnId="{69E14346-0B06-4930-BD77-28AB530380B3}">
      <dgm:prSet/>
      <dgm:spPr/>
      <dgm:t>
        <a:bodyPr/>
        <a:lstStyle/>
        <a:p>
          <a:endParaRPr lang="en-US"/>
        </a:p>
      </dgm:t>
    </dgm:pt>
    <dgm:pt modelId="{2B14E190-636C-4587-A686-78849E0D092F}" type="sibTrans" cxnId="{69E14346-0B06-4930-BD77-28AB530380B3}">
      <dgm:prSet/>
      <dgm:spPr/>
      <dgm:t>
        <a:bodyPr/>
        <a:lstStyle/>
        <a:p>
          <a:endParaRPr lang="en-US"/>
        </a:p>
      </dgm:t>
    </dgm:pt>
    <dgm:pt modelId="{25DC3AEE-B3AC-44E9-9EC2-784BF2C2BFA5}" type="pres">
      <dgm:prSet presAssocID="{8CC2B22B-2417-43D3-A58D-AFDFDEC5949A}" presName="root" presStyleCnt="0">
        <dgm:presLayoutVars>
          <dgm:dir/>
          <dgm:resizeHandles val="exact"/>
        </dgm:presLayoutVars>
      </dgm:prSet>
      <dgm:spPr/>
    </dgm:pt>
    <dgm:pt modelId="{A191EB51-1BBE-44B1-AB54-8D3E48C045B9}" type="pres">
      <dgm:prSet presAssocID="{CDD4484F-6203-4A16-8E34-E1E6E0EA16DF}" presName="compNode" presStyleCnt="0"/>
      <dgm:spPr/>
    </dgm:pt>
    <dgm:pt modelId="{C3628A13-6B22-466D-8C20-6171F5FB9326}" type="pres">
      <dgm:prSet presAssocID="{CDD4484F-6203-4A16-8E34-E1E6E0EA16DF}" presName="bgRect" presStyleLbl="bgShp" presStyleIdx="0" presStyleCnt="4"/>
      <dgm:spPr/>
    </dgm:pt>
    <dgm:pt modelId="{73D8A830-6B25-4B74-B126-EB5CC4EFC149}" type="pres">
      <dgm:prSet presAssocID="{CDD4484F-6203-4A16-8E34-E1E6E0EA16D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836C1DE-C1EB-4510-BA3D-6C7C24290C1F}" type="pres">
      <dgm:prSet presAssocID="{CDD4484F-6203-4A16-8E34-E1E6E0EA16DF}" presName="spaceRect" presStyleCnt="0"/>
      <dgm:spPr/>
    </dgm:pt>
    <dgm:pt modelId="{EE39DCB4-7E76-45A1-A87F-365D37CAAD35}" type="pres">
      <dgm:prSet presAssocID="{CDD4484F-6203-4A16-8E34-E1E6E0EA16DF}" presName="parTx" presStyleLbl="revTx" presStyleIdx="0" presStyleCnt="4">
        <dgm:presLayoutVars>
          <dgm:chMax val="0"/>
          <dgm:chPref val="0"/>
        </dgm:presLayoutVars>
      </dgm:prSet>
      <dgm:spPr/>
    </dgm:pt>
    <dgm:pt modelId="{5A26504B-7F7B-47BD-ADAB-933BBA34256E}" type="pres">
      <dgm:prSet presAssocID="{05E04785-6C37-4173-B850-4ED4C2966858}" presName="sibTrans" presStyleCnt="0"/>
      <dgm:spPr/>
    </dgm:pt>
    <dgm:pt modelId="{EF1173F9-3B31-45A3-BE7A-8F2E35EDC1BE}" type="pres">
      <dgm:prSet presAssocID="{428C0442-9BF7-45E1-9840-ECA29D2A536E}" presName="compNode" presStyleCnt="0"/>
      <dgm:spPr/>
    </dgm:pt>
    <dgm:pt modelId="{16D4DD3F-63F9-450B-AB00-9B66FCE6148C}" type="pres">
      <dgm:prSet presAssocID="{428C0442-9BF7-45E1-9840-ECA29D2A536E}" presName="bgRect" presStyleLbl="bgShp" presStyleIdx="1" presStyleCnt="4"/>
      <dgm:spPr/>
    </dgm:pt>
    <dgm:pt modelId="{1AF5AE24-4515-470B-A9EB-8679585ECA0F}" type="pres">
      <dgm:prSet presAssocID="{428C0442-9BF7-45E1-9840-ECA29D2A536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AE49A5DB-F171-4B25-841E-F63773179E79}" type="pres">
      <dgm:prSet presAssocID="{428C0442-9BF7-45E1-9840-ECA29D2A536E}" presName="spaceRect" presStyleCnt="0"/>
      <dgm:spPr/>
    </dgm:pt>
    <dgm:pt modelId="{8BBB8825-BF1E-4385-A582-C46F481DAD5B}" type="pres">
      <dgm:prSet presAssocID="{428C0442-9BF7-45E1-9840-ECA29D2A536E}" presName="parTx" presStyleLbl="revTx" presStyleIdx="1" presStyleCnt="4">
        <dgm:presLayoutVars>
          <dgm:chMax val="0"/>
          <dgm:chPref val="0"/>
        </dgm:presLayoutVars>
      </dgm:prSet>
      <dgm:spPr/>
    </dgm:pt>
    <dgm:pt modelId="{4D7916E9-4367-4988-930F-7B0FB26DD15A}" type="pres">
      <dgm:prSet presAssocID="{5B90676A-FA8A-44E2-892A-5E2C13EC23E2}" presName="sibTrans" presStyleCnt="0"/>
      <dgm:spPr/>
    </dgm:pt>
    <dgm:pt modelId="{8DB1FE50-521B-4777-A8E5-B5879C284159}" type="pres">
      <dgm:prSet presAssocID="{EFF249C2-1FF0-4211-BBE2-15BD754B5CAF}" presName="compNode" presStyleCnt="0"/>
      <dgm:spPr/>
    </dgm:pt>
    <dgm:pt modelId="{25780573-1D19-41E0-8262-F1F9578F6FDD}" type="pres">
      <dgm:prSet presAssocID="{EFF249C2-1FF0-4211-BBE2-15BD754B5CAF}" presName="bgRect" presStyleLbl="bgShp" presStyleIdx="2" presStyleCnt="4"/>
      <dgm:spPr/>
    </dgm:pt>
    <dgm:pt modelId="{D58F1857-AE7C-45BC-93E1-6265100E8A0D}" type="pres">
      <dgm:prSet presAssocID="{EFF249C2-1FF0-4211-BBE2-15BD754B5CA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131D659-52E1-4864-8F80-C17D476184D7}" type="pres">
      <dgm:prSet presAssocID="{EFF249C2-1FF0-4211-BBE2-15BD754B5CAF}" presName="spaceRect" presStyleCnt="0"/>
      <dgm:spPr/>
    </dgm:pt>
    <dgm:pt modelId="{F7812B8C-9630-4CA4-8280-4575DDAF96CA}" type="pres">
      <dgm:prSet presAssocID="{EFF249C2-1FF0-4211-BBE2-15BD754B5CAF}" presName="parTx" presStyleLbl="revTx" presStyleIdx="2" presStyleCnt="4">
        <dgm:presLayoutVars>
          <dgm:chMax val="0"/>
          <dgm:chPref val="0"/>
        </dgm:presLayoutVars>
      </dgm:prSet>
      <dgm:spPr/>
    </dgm:pt>
    <dgm:pt modelId="{D44C9E91-AA8F-41B4-AE8A-CDE7E954E8B0}" type="pres">
      <dgm:prSet presAssocID="{0A9F5965-2099-4D9D-8B9A-435EE02C03DF}" presName="sibTrans" presStyleCnt="0"/>
      <dgm:spPr/>
    </dgm:pt>
    <dgm:pt modelId="{0D283B84-56CD-46D1-A375-DF82442658DE}" type="pres">
      <dgm:prSet presAssocID="{251B0460-60AD-4FDC-852E-CAF6A3339F90}" presName="compNode" presStyleCnt="0"/>
      <dgm:spPr/>
    </dgm:pt>
    <dgm:pt modelId="{F9B3C87E-46EE-4F7F-A520-194F9DE2E18C}" type="pres">
      <dgm:prSet presAssocID="{251B0460-60AD-4FDC-852E-CAF6A3339F90}" presName="bgRect" presStyleLbl="bgShp" presStyleIdx="3" presStyleCnt="4"/>
      <dgm:spPr/>
    </dgm:pt>
    <dgm:pt modelId="{66B4FAD3-607B-41B5-818F-F7452C12EABC}" type="pres">
      <dgm:prSet presAssocID="{251B0460-60AD-4FDC-852E-CAF6A3339F9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CB044DBF-B041-47CA-9E52-DBCD25389F58}" type="pres">
      <dgm:prSet presAssocID="{251B0460-60AD-4FDC-852E-CAF6A3339F90}" presName="spaceRect" presStyleCnt="0"/>
      <dgm:spPr/>
    </dgm:pt>
    <dgm:pt modelId="{E1A35BFB-DE7F-4B37-8569-CE5B6568FDDD}" type="pres">
      <dgm:prSet presAssocID="{251B0460-60AD-4FDC-852E-CAF6A3339F9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B92EF20-100F-4797-BBCE-BCB59976F156}" type="presOf" srcId="{251B0460-60AD-4FDC-852E-CAF6A3339F90}" destId="{E1A35BFB-DE7F-4B37-8569-CE5B6568FDDD}" srcOrd="0" destOrd="0" presId="urn:microsoft.com/office/officeart/2018/2/layout/IconVerticalSolidList"/>
    <dgm:cxn modelId="{D34EC426-F883-48CD-B66A-6EEE97662A83}" type="presOf" srcId="{EFF249C2-1FF0-4211-BBE2-15BD754B5CAF}" destId="{F7812B8C-9630-4CA4-8280-4575DDAF96CA}" srcOrd="0" destOrd="0" presId="urn:microsoft.com/office/officeart/2018/2/layout/IconVerticalSolidList"/>
    <dgm:cxn modelId="{A6910B32-855B-41E2-9311-1DCB8E6AFB3F}" type="presOf" srcId="{CDD4484F-6203-4A16-8E34-E1E6E0EA16DF}" destId="{EE39DCB4-7E76-45A1-A87F-365D37CAAD35}" srcOrd="0" destOrd="0" presId="urn:microsoft.com/office/officeart/2018/2/layout/IconVerticalSolidList"/>
    <dgm:cxn modelId="{69E14346-0B06-4930-BD77-28AB530380B3}" srcId="{8CC2B22B-2417-43D3-A58D-AFDFDEC5949A}" destId="{251B0460-60AD-4FDC-852E-CAF6A3339F90}" srcOrd="3" destOrd="0" parTransId="{3BD8767D-745B-46FD-BC28-736982F30967}" sibTransId="{2B14E190-636C-4587-A686-78849E0D092F}"/>
    <dgm:cxn modelId="{C9B0CF73-1715-4B2E-8D9E-73B8660F80CE}" type="presOf" srcId="{428C0442-9BF7-45E1-9840-ECA29D2A536E}" destId="{8BBB8825-BF1E-4385-A582-C46F481DAD5B}" srcOrd="0" destOrd="0" presId="urn:microsoft.com/office/officeart/2018/2/layout/IconVerticalSolidList"/>
    <dgm:cxn modelId="{58EBEF83-F230-4FE5-A1A4-D983113F64FC}" type="presOf" srcId="{8CC2B22B-2417-43D3-A58D-AFDFDEC5949A}" destId="{25DC3AEE-B3AC-44E9-9EC2-784BF2C2BFA5}" srcOrd="0" destOrd="0" presId="urn:microsoft.com/office/officeart/2018/2/layout/IconVerticalSolidList"/>
    <dgm:cxn modelId="{E593DD87-BF32-4117-8654-BD800ECD403A}" srcId="{8CC2B22B-2417-43D3-A58D-AFDFDEC5949A}" destId="{CDD4484F-6203-4A16-8E34-E1E6E0EA16DF}" srcOrd="0" destOrd="0" parTransId="{5157539E-AA68-442C-B39F-89A8D45BD3D8}" sibTransId="{05E04785-6C37-4173-B850-4ED4C2966858}"/>
    <dgm:cxn modelId="{81E4C38A-FA6F-4010-A406-5E47CB1BD915}" srcId="{8CC2B22B-2417-43D3-A58D-AFDFDEC5949A}" destId="{EFF249C2-1FF0-4211-BBE2-15BD754B5CAF}" srcOrd="2" destOrd="0" parTransId="{65B69AB2-BDD6-4287-92E0-A2A688FEC1F9}" sibTransId="{0A9F5965-2099-4D9D-8B9A-435EE02C03DF}"/>
    <dgm:cxn modelId="{E91906A8-6DA9-4288-AB8B-0435FE4F5A3C}" srcId="{8CC2B22B-2417-43D3-A58D-AFDFDEC5949A}" destId="{428C0442-9BF7-45E1-9840-ECA29D2A536E}" srcOrd="1" destOrd="0" parTransId="{424963F1-F9BF-4F0F-91E1-4738F2547220}" sibTransId="{5B90676A-FA8A-44E2-892A-5E2C13EC23E2}"/>
    <dgm:cxn modelId="{062AF081-B95B-43D0-A48D-E6C411567EEF}" type="presParOf" srcId="{25DC3AEE-B3AC-44E9-9EC2-784BF2C2BFA5}" destId="{A191EB51-1BBE-44B1-AB54-8D3E48C045B9}" srcOrd="0" destOrd="0" presId="urn:microsoft.com/office/officeart/2018/2/layout/IconVerticalSolidList"/>
    <dgm:cxn modelId="{F1E9C16B-E372-4FE1-9197-7DFD6011AB5F}" type="presParOf" srcId="{A191EB51-1BBE-44B1-AB54-8D3E48C045B9}" destId="{C3628A13-6B22-466D-8C20-6171F5FB9326}" srcOrd="0" destOrd="0" presId="urn:microsoft.com/office/officeart/2018/2/layout/IconVerticalSolidList"/>
    <dgm:cxn modelId="{30946BB7-6D19-4D3A-940E-7B2A8C8138A0}" type="presParOf" srcId="{A191EB51-1BBE-44B1-AB54-8D3E48C045B9}" destId="{73D8A830-6B25-4B74-B126-EB5CC4EFC149}" srcOrd="1" destOrd="0" presId="urn:microsoft.com/office/officeart/2018/2/layout/IconVerticalSolidList"/>
    <dgm:cxn modelId="{2FEDB93B-7A88-4288-929B-84511677C762}" type="presParOf" srcId="{A191EB51-1BBE-44B1-AB54-8D3E48C045B9}" destId="{D836C1DE-C1EB-4510-BA3D-6C7C24290C1F}" srcOrd="2" destOrd="0" presId="urn:microsoft.com/office/officeart/2018/2/layout/IconVerticalSolidList"/>
    <dgm:cxn modelId="{6497AC79-6408-4ADE-9303-9B967D99723D}" type="presParOf" srcId="{A191EB51-1BBE-44B1-AB54-8D3E48C045B9}" destId="{EE39DCB4-7E76-45A1-A87F-365D37CAAD35}" srcOrd="3" destOrd="0" presId="urn:microsoft.com/office/officeart/2018/2/layout/IconVerticalSolidList"/>
    <dgm:cxn modelId="{F60A9532-07E0-49D8-B676-570085E4C37C}" type="presParOf" srcId="{25DC3AEE-B3AC-44E9-9EC2-784BF2C2BFA5}" destId="{5A26504B-7F7B-47BD-ADAB-933BBA34256E}" srcOrd="1" destOrd="0" presId="urn:microsoft.com/office/officeart/2018/2/layout/IconVerticalSolidList"/>
    <dgm:cxn modelId="{B6585E46-0B62-48FB-976A-F9A28F1AB18F}" type="presParOf" srcId="{25DC3AEE-B3AC-44E9-9EC2-784BF2C2BFA5}" destId="{EF1173F9-3B31-45A3-BE7A-8F2E35EDC1BE}" srcOrd="2" destOrd="0" presId="urn:microsoft.com/office/officeart/2018/2/layout/IconVerticalSolidList"/>
    <dgm:cxn modelId="{A44A61AE-ADA7-4413-A144-F892AD98396E}" type="presParOf" srcId="{EF1173F9-3B31-45A3-BE7A-8F2E35EDC1BE}" destId="{16D4DD3F-63F9-450B-AB00-9B66FCE6148C}" srcOrd="0" destOrd="0" presId="urn:microsoft.com/office/officeart/2018/2/layout/IconVerticalSolidList"/>
    <dgm:cxn modelId="{3D7B9C9A-1195-414C-A198-1E4D14795E90}" type="presParOf" srcId="{EF1173F9-3B31-45A3-BE7A-8F2E35EDC1BE}" destId="{1AF5AE24-4515-470B-A9EB-8679585ECA0F}" srcOrd="1" destOrd="0" presId="urn:microsoft.com/office/officeart/2018/2/layout/IconVerticalSolidList"/>
    <dgm:cxn modelId="{E3B7694B-FF90-427A-ADD1-ACA05DFDCB52}" type="presParOf" srcId="{EF1173F9-3B31-45A3-BE7A-8F2E35EDC1BE}" destId="{AE49A5DB-F171-4B25-841E-F63773179E79}" srcOrd="2" destOrd="0" presId="urn:microsoft.com/office/officeart/2018/2/layout/IconVerticalSolidList"/>
    <dgm:cxn modelId="{F75D14CD-FE26-4863-BDE3-325F7EE1C62D}" type="presParOf" srcId="{EF1173F9-3B31-45A3-BE7A-8F2E35EDC1BE}" destId="{8BBB8825-BF1E-4385-A582-C46F481DAD5B}" srcOrd="3" destOrd="0" presId="urn:microsoft.com/office/officeart/2018/2/layout/IconVerticalSolidList"/>
    <dgm:cxn modelId="{E6431BDF-19A2-4B39-9242-F0ACCEFE4955}" type="presParOf" srcId="{25DC3AEE-B3AC-44E9-9EC2-784BF2C2BFA5}" destId="{4D7916E9-4367-4988-930F-7B0FB26DD15A}" srcOrd="3" destOrd="0" presId="urn:microsoft.com/office/officeart/2018/2/layout/IconVerticalSolidList"/>
    <dgm:cxn modelId="{2C02D2B6-7BDF-4F35-9B1D-0EE00BACA989}" type="presParOf" srcId="{25DC3AEE-B3AC-44E9-9EC2-784BF2C2BFA5}" destId="{8DB1FE50-521B-4777-A8E5-B5879C284159}" srcOrd="4" destOrd="0" presId="urn:microsoft.com/office/officeart/2018/2/layout/IconVerticalSolidList"/>
    <dgm:cxn modelId="{6C21A71C-C3A2-425A-B61C-203385567332}" type="presParOf" srcId="{8DB1FE50-521B-4777-A8E5-B5879C284159}" destId="{25780573-1D19-41E0-8262-F1F9578F6FDD}" srcOrd="0" destOrd="0" presId="urn:microsoft.com/office/officeart/2018/2/layout/IconVerticalSolidList"/>
    <dgm:cxn modelId="{4F8FFCA1-449C-4EE8-9953-B0F642EBB250}" type="presParOf" srcId="{8DB1FE50-521B-4777-A8E5-B5879C284159}" destId="{D58F1857-AE7C-45BC-93E1-6265100E8A0D}" srcOrd="1" destOrd="0" presId="urn:microsoft.com/office/officeart/2018/2/layout/IconVerticalSolidList"/>
    <dgm:cxn modelId="{7331E9AE-33F5-47CB-BB97-B12E0427B8C0}" type="presParOf" srcId="{8DB1FE50-521B-4777-A8E5-B5879C284159}" destId="{A131D659-52E1-4864-8F80-C17D476184D7}" srcOrd="2" destOrd="0" presId="urn:microsoft.com/office/officeart/2018/2/layout/IconVerticalSolidList"/>
    <dgm:cxn modelId="{BF518B68-54FB-4843-A26F-D5EDB81A6016}" type="presParOf" srcId="{8DB1FE50-521B-4777-A8E5-B5879C284159}" destId="{F7812B8C-9630-4CA4-8280-4575DDAF96CA}" srcOrd="3" destOrd="0" presId="urn:microsoft.com/office/officeart/2018/2/layout/IconVerticalSolidList"/>
    <dgm:cxn modelId="{7E57E8A6-DA10-45BC-A940-202A699864E7}" type="presParOf" srcId="{25DC3AEE-B3AC-44E9-9EC2-784BF2C2BFA5}" destId="{D44C9E91-AA8F-41B4-AE8A-CDE7E954E8B0}" srcOrd="5" destOrd="0" presId="urn:microsoft.com/office/officeart/2018/2/layout/IconVerticalSolidList"/>
    <dgm:cxn modelId="{9668DD95-7F89-4559-B946-4C05170E8903}" type="presParOf" srcId="{25DC3AEE-B3AC-44E9-9EC2-784BF2C2BFA5}" destId="{0D283B84-56CD-46D1-A375-DF82442658DE}" srcOrd="6" destOrd="0" presId="urn:microsoft.com/office/officeart/2018/2/layout/IconVerticalSolidList"/>
    <dgm:cxn modelId="{3D03C5F8-11B6-43FD-9288-72891CEC41A3}" type="presParOf" srcId="{0D283B84-56CD-46D1-A375-DF82442658DE}" destId="{F9B3C87E-46EE-4F7F-A520-194F9DE2E18C}" srcOrd="0" destOrd="0" presId="urn:microsoft.com/office/officeart/2018/2/layout/IconVerticalSolidList"/>
    <dgm:cxn modelId="{F1783887-F579-42F2-A68C-DBD14C30D24F}" type="presParOf" srcId="{0D283B84-56CD-46D1-A375-DF82442658DE}" destId="{66B4FAD3-607B-41B5-818F-F7452C12EABC}" srcOrd="1" destOrd="0" presId="urn:microsoft.com/office/officeart/2018/2/layout/IconVerticalSolidList"/>
    <dgm:cxn modelId="{B3252F07-BEF1-4029-AA62-8CF8EC995A9B}" type="presParOf" srcId="{0D283B84-56CD-46D1-A375-DF82442658DE}" destId="{CB044DBF-B041-47CA-9E52-DBCD25389F58}" srcOrd="2" destOrd="0" presId="urn:microsoft.com/office/officeart/2018/2/layout/IconVerticalSolidList"/>
    <dgm:cxn modelId="{62504ACE-1C7A-4B7C-AC14-60E91CAD60E2}" type="presParOf" srcId="{0D283B84-56CD-46D1-A375-DF82442658DE}" destId="{E1A35BFB-DE7F-4B37-8569-CE5B6568FD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F4A66C2-B70B-43C8-9BFB-53BC7A56BE2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A780C72-6C9F-4B1D-B596-8B4796DE17BC}">
      <dgm:prSet/>
      <dgm:spPr/>
      <dgm:t>
        <a:bodyPr/>
        <a:lstStyle/>
        <a:p>
          <a:r>
            <a:rPr lang="en-US"/>
            <a:t>From fragmented digitisation to coordinated transformation</a:t>
          </a:r>
        </a:p>
      </dgm:t>
    </dgm:pt>
    <dgm:pt modelId="{B38424C6-276C-4F34-9365-332319C76299}" type="parTrans" cxnId="{BF4D4793-96DF-463F-B095-8F9A89885EFD}">
      <dgm:prSet/>
      <dgm:spPr/>
      <dgm:t>
        <a:bodyPr/>
        <a:lstStyle/>
        <a:p>
          <a:endParaRPr lang="en-US"/>
        </a:p>
      </dgm:t>
    </dgm:pt>
    <dgm:pt modelId="{1CF63801-82F9-426B-96B2-A720C9A9C999}" type="sibTrans" cxnId="{BF4D4793-96DF-463F-B095-8F9A89885EFD}">
      <dgm:prSet/>
      <dgm:spPr/>
      <dgm:t>
        <a:bodyPr/>
        <a:lstStyle/>
        <a:p>
          <a:endParaRPr lang="en-US"/>
        </a:p>
      </dgm:t>
    </dgm:pt>
    <dgm:pt modelId="{3521E96C-0ADE-4DF4-8FD5-478A0ED9242D}">
      <dgm:prSet/>
      <dgm:spPr/>
      <dgm:t>
        <a:bodyPr/>
        <a:lstStyle/>
        <a:p>
          <a:r>
            <a:rPr lang="en-US"/>
            <a:t>Sustainable and scalable digital government</a:t>
          </a:r>
        </a:p>
      </dgm:t>
    </dgm:pt>
    <dgm:pt modelId="{7D779CAC-0383-45FE-B64E-BB9457CCE8EE}" type="parTrans" cxnId="{7A7E146D-BBA7-4EA0-ACF5-ACF1CD7FD004}">
      <dgm:prSet/>
      <dgm:spPr/>
      <dgm:t>
        <a:bodyPr/>
        <a:lstStyle/>
        <a:p>
          <a:endParaRPr lang="en-US"/>
        </a:p>
      </dgm:t>
    </dgm:pt>
    <dgm:pt modelId="{0CEB3AB4-D2F4-4CE0-BE26-91910DCA0B68}" type="sibTrans" cxnId="{7A7E146D-BBA7-4EA0-ACF5-ACF1CD7FD004}">
      <dgm:prSet/>
      <dgm:spPr/>
      <dgm:t>
        <a:bodyPr/>
        <a:lstStyle/>
        <a:p>
          <a:endParaRPr lang="en-US"/>
        </a:p>
      </dgm:t>
    </dgm:pt>
    <dgm:pt modelId="{BF86CB15-8714-40F4-9DD5-B9CC4F194E78}" type="pres">
      <dgm:prSet presAssocID="{AF4A66C2-B70B-43C8-9BFB-53BC7A56BE26}" presName="root" presStyleCnt="0">
        <dgm:presLayoutVars>
          <dgm:dir/>
          <dgm:resizeHandles val="exact"/>
        </dgm:presLayoutVars>
      </dgm:prSet>
      <dgm:spPr/>
    </dgm:pt>
    <dgm:pt modelId="{8C5101A5-1AFE-48F1-A02B-FAB5826F69D3}" type="pres">
      <dgm:prSet presAssocID="{AA780C72-6C9F-4B1D-B596-8B4796DE17BC}" presName="compNode" presStyleCnt="0"/>
      <dgm:spPr/>
    </dgm:pt>
    <dgm:pt modelId="{E29D33AF-4163-4D74-9164-E69C973D9163}" type="pres">
      <dgm:prSet presAssocID="{AA780C72-6C9F-4B1D-B596-8B4796DE17B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093C3D0F-1774-4CE0-B1F3-DC800E7279DF}" type="pres">
      <dgm:prSet presAssocID="{AA780C72-6C9F-4B1D-B596-8B4796DE17BC}" presName="spaceRect" presStyleCnt="0"/>
      <dgm:spPr/>
    </dgm:pt>
    <dgm:pt modelId="{59B1AD57-BE35-4302-AD67-94C2EC50DE0A}" type="pres">
      <dgm:prSet presAssocID="{AA780C72-6C9F-4B1D-B596-8B4796DE17BC}" presName="textRect" presStyleLbl="revTx" presStyleIdx="0" presStyleCnt="2">
        <dgm:presLayoutVars>
          <dgm:chMax val="1"/>
          <dgm:chPref val="1"/>
        </dgm:presLayoutVars>
      </dgm:prSet>
      <dgm:spPr/>
    </dgm:pt>
    <dgm:pt modelId="{00287608-4E2F-420D-97D3-0C2083A2D27F}" type="pres">
      <dgm:prSet presAssocID="{1CF63801-82F9-426B-96B2-A720C9A9C999}" presName="sibTrans" presStyleCnt="0"/>
      <dgm:spPr/>
    </dgm:pt>
    <dgm:pt modelId="{2096D845-3F67-4233-B0D2-674804AA2166}" type="pres">
      <dgm:prSet presAssocID="{3521E96C-0ADE-4DF4-8FD5-478A0ED9242D}" presName="compNode" presStyleCnt="0"/>
      <dgm:spPr/>
    </dgm:pt>
    <dgm:pt modelId="{0C1CD9CE-698D-47F7-AA38-E6857BDB7350}" type="pres">
      <dgm:prSet presAssocID="{3521E96C-0ADE-4DF4-8FD5-478A0ED9242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8C29982D-BF7B-44DE-89C0-0D6170775AD6}" type="pres">
      <dgm:prSet presAssocID="{3521E96C-0ADE-4DF4-8FD5-478A0ED9242D}" presName="spaceRect" presStyleCnt="0"/>
      <dgm:spPr/>
    </dgm:pt>
    <dgm:pt modelId="{5AE4A960-4E14-4E02-93F8-95CDEB0AFF52}" type="pres">
      <dgm:prSet presAssocID="{3521E96C-0ADE-4DF4-8FD5-478A0ED9242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3549E14-6110-403A-B6C9-74F722A39659}" type="presOf" srcId="{3521E96C-0ADE-4DF4-8FD5-478A0ED9242D}" destId="{5AE4A960-4E14-4E02-93F8-95CDEB0AFF52}" srcOrd="0" destOrd="0" presId="urn:microsoft.com/office/officeart/2018/2/layout/IconLabelList"/>
    <dgm:cxn modelId="{7A7E146D-BBA7-4EA0-ACF5-ACF1CD7FD004}" srcId="{AF4A66C2-B70B-43C8-9BFB-53BC7A56BE26}" destId="{3521E96C-0ADE-4DF4-8FD5-478A0ED9242D}" srcOrd="1" destOrd="0" parTransId="{7D779CAC-0383-45FE-B64E-BB9457CCE8EE}" sibTransId="{0CEB3AB4-D2F4-4CE0-BE26-91910DCA0B68}"/>
    <dgm:cxn modelId="{964C3F81-D3C5-4571-896B-D3758BFE84BE}" type="presOf" srcId="{AF4A66C2-B70B-43C8-9BFB-53BC7A56BE26}" destId="{BF86CB15-8714-40F4-9DD5-B9CC4F194E78}" srcOrd="0" destOrd="0" presId="urn:microsoft.com/office/officeart/2018/2/layout/IconLabelList"/>
    <dgm:cxn modelId="{BF4D4793-96DF-463F-B095-8F9A89885EFD}" srcId="{AF4A66C2-B70B-43C8-9BFB-53BC7A56BE26}" destId="{AA780C72-6C9F-4B1D-B596-8B4796DE17BC}" srcOrd="0" destOrd="0" parTransId="{B38424C6-276C-4F34-9365-332319C76299}" sibTransId="{1CF63801-82F9-426B-96B2-A720C9A9C999}"/>
    <dgm:cxn modelId="{5BAB55EE-4806-4C6D-8C76-758BDA2C2DF9}" type="presOf" srcId="{AA780C72-6C9F-4B1D-B596-8B4796DE17BC}" destId="{59B1AD57-BE35-4302-AD67-94C2EC50DE0A}" srcOrd="0" destOrd="0" presId="urn:microsoft.com/office/officeart/2018/2/layout/IconLabelList"/>
    <dgm:cxn modelId="{AB82941F-6250-47EF-9A71-684B4230650A}" type="presParOf" srcId="{BF86CB15-8714-40F4-9DD5-B9CC4F194E78}" destId="{8C5101A5-1AFE-48F1-A02B-FAB5826F69D3}" srcOrd="0" destOrd="0" presId="urn:microsoft.com/office/officeart/2018/2/layout/IconLabelList"/>
    <dgm:cxn modelId="{66A2ADF0-C68B-45C0-97EB-F68381B856B1}" type="presParOf" srcId="{8C5101A5-1AFE-48F1-A02B-FAB5826F69D3}" destId="{E29D33AF-4163-4D74-9164-E69C973D9163}" srcOrd="0" destOrd="0" presId="urn:microsoft.com/office/officeart/2018/2/layout/IconLabelList"/>
    <dgm:cxn modelId="{089F982C-D604-4445-AFAF-F5EAAF9CBE6F}" type="presParOf" srcId="{8C5101A5-1AFE-48F1-A02B-FAB5826F69D3}" destId="{093C3D0F-1774-4CE0-B1F3-DC800E7279DF}" srcOrd="1" destOrd="0" presId="urn:microsoft.com/office/officeart/2018/2/layout/IconLabelList"/>
    <dgm:cxn modelId="{CDB787FF-C368-4429-861F-C9D52DB76C91}" type="presParOf" srcId="{8C5101A5-1AFE-48F1-A02B-FAB5826F69D3}" destId="{59B1AD57-BE35-4302-AD67-94C2EC50DE0A}" srcOrd="2" destOrd="0" presId="urn:microsoft.com/office/officeart/2018/2/layout/IconLabelList"/>
    <dgm:cxn modelId="{75695D56-6CCE-4C98-ACAC-D017A7C74D85}" type="presParOf" srcId="{BF86CB15-8714-40F4-9DD5-B9CC4F194E78}" destId="{00287608-4E2F-420D-97D3-0C2083A2D27F}" srcOrd="1" destOrd="0" presId="urn:microsoft.com/office/officeart/2018/2/layout/IconLabelList"/>
    <dgm:cxn modelId="{C427609B-135A-496A-B10B-51E100079E75}" type="presParOf" srcId="{BF86CB15-8714-40F4-9DD5-B9CC4F194E78}" destId="{2096D845-3F67-4233-B0D2-674804AA2166}" srcOrd="2" destOrd="0" presId="urn:microsoft.com/office/officeart/2018/2/layout/IconLabelList"/>
    <dgm:cxn modelId="{161C9140-799E-4451-B240-556CAEF98F02}" type="presParOf" srcId="{2096D845-3F67-4233-B0D2-674804AA2166}" destId="{0C1CD9CE-698D-47F7-AA38-E6857BDB7350}" srcOrd="0" destOrd="0" presId="urn:microsoft.com/office/officeart/2018/2/layout/IconLabelList"/>
    <dgm:cxn modelId="{226001EC-F056-4BC4-A9D2-1C0149356B57}" type="presParOf" srcId="{2096D845-3F67-4233-B0D2-674804AA2166}" destId="{8C29982D-BF7B-44DE-89C0-0D6170775AD6}" srcOrd="1" destOrd="0" presId="urn:microsoft.com/office/officeart/2018/2/layout/IconLabelList"/>
    <dgm:cxn modelId="{C76C0FEE-8EC0-4E2F-8F7E-95CD85EB0468}" type="presParOf" srcId="{2096D845-3F67-4233-B0D2-674804AA2166}" destId="{5AE4A960-4E14-4E02-93F8-95CDEB0AFF5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5A004-7AC3-470D-99F7-907483B08B8F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DD1325-F2B2-4BA7-941B-88AEA29788A5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0258E3-07E2-4F86-9565-BED70328872A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Kenya at a digital transformation inflection point</a:t>
          </a:r>
        </a:p>
      </dsp:txBody>
      <dsp:txXfrm>
        <a:off x="46529" y="2703902"/>
        <a:ext cx="2418750" cy="720000"/>
      </dsp:txXfrm>
    </dsp:sp>
    <dsp:sp modelId="{1A68243A-E2D3-404F-97A9-956BF0B684D4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AD04B-6A34-483F-B3EB-E27446676946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C64EB-0318-46EC-A92F-7249C668079F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Fragmentation limiting impact of investments</a:t>
          </a:r>
        </a:p>
      </dsp:txBody>
      <dsp:txXfrm>
        <a:off x="2888560" y="2703902"/>
        <a:ext cx="2418750" cy="720000"/>
      </dsp:txXfrm>
    </dsp:sp>
    <dsp:sp modelId="{E5775FC4-8097-4D1D-BC25-1948997EFEB3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C21FF7-C1FF-4736-8A70-1B934D48E171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1B5BAB-F78F-4BBC-9F29-323A150E282D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Proposed shift to Whole-of-Government model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C80CB-C21C-4906-BE0E-B5B0D312A2E9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752B3C-B354-47B3-B03F-63E85AC45AD7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81C36A-CF95-4771-BBBC-DD0AD293AB51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Siloed systems and duplicated registries</a:t>
          </a:r>
        </a:p>
      </dsp:txBody>
      <dsp:txXfrm>
        <a:off x="1493203" y="552"/>
        <a:ext cx="6736396" cy="1292816"/>
      </dsp:txXfrm>
    </dsp:sp>
    <dsp:sp modelId="{A841F9B7-CCE7-459F-9CD8-52F097E4734F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E48A3-26C8-4F03-AC2A-DBA70A61865E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5D504-87B2-45D4-9025-3778BE35FF19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Hybrid paper-digital processes</a:t>
          </a:r>
        </a:p>
      </dsp:txBody>
      <dsp:txXfrm>
        <a:off x="1493203" y="1616573"/>
        <a:ext cx="6736396" cy="1292816"/>
      </dsp:txXfrm>
    </dsp:sp>
    <dsp:sp modelId="{0B5DEAF9-7804-44A4-AD19-A1E28A07E7D4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4F4F2-5805-4624-BD09-D275A6EBEEFC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2040A-CE6F-4BE0-B032-1A1E6DA68D18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Weak interoperability and governance enforcement</a:t>
          </a:r>
        </a:p>
      </dsp:txBody>
      <dsp:txXfrm>
        <a:off x="1493203" y="3232593"/>
        <a:ext cx="6736396" cy="1292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1544C3-EAEC-4453-873F-2EBE13568E63}">
      <dsp:nvSpPr>
        <dsp:cNvPr id="0" name=""/>
        <dsp:cNvSpPr/>
      </dsp:nvSpPr>
      <dsp:spPr>
        <a:xfrm>
          <a:off x="535049" y="935481"/>
          <a:ext cx="1475437" cy="14754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3068E6-2E4F-4CF9-9D44-7DD78811018B}">
      <dsp:nvSpPr>
        <dsp:cNvPr id="0" name=""/>
        <dsp:cNvSpPr/>
      </dsp:nvSpPr>
      <dsp:spPr>
        <a:xfrm>
          <a:off x="849487" y="1249919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29024-AF8C-4F11-8115-C9C51A22D2B3}">
      <dsp:nvSpPr>
        <dsp:cNvPr id="0" name=""/>
        <dsp:cNvSpPr/>
      </dsp:nvSpPr>
      <dsp:spPr>
        <a:xfrm>
          <a:off x="63393" y="287048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Whole-of-Government digital operating model</a:t>
          </a:r>
        </a:p>
      </dsp:txBody>
      <dsp:txXfrm>
        <a:off x="63393" y="2870481"/>
        <a:ext cx="2418750" cy="720000"/>
      </dsp:txXfrm>
    </dsp:sp>
    <dsp:sp modelId="{A609D2C7-AE8F-466D-9236-55EADAD54CED}">
      <dsp:nvSpPr>
        <dsp:cNvPr id="0" name=""/>
        <dsp:cNvSpPr/>
      </dsp:nvSpPr>
      <dsp:spPr>
        <a:xfrm>
          <a:off x="3377081" y="935481"/>
          <a:ext cx="1475437" cy="14754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FD044B-EE69-4F0E-9EB8-09C9D75F2577}">
      <dsp:nvSpPr>
        <dsp:cNvPr id="0" name=""/>
        <dsp:cNvSpPr/>
      </dsp:nvSpPr>
      <dsp:spPr>
        <a:xfrm>
          <a:off x="3691518" y="1249919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53111-B5BC-4B48-8C7C-0681BCCDE3FA}">
      <dsp:nvSpPr>
        <dsp:cNvPr id="0" name=""/>
        <dsp:cNvSpPr/>
      </dsp:nvSpPr>
      <dsp:spPr>
        <a:xfrm>
          <a:off x="2905425" y="287048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Registry-centric and interoperable systems</a:t>
          </a:r>
        </a:p>
      </dsp:txBody>
      <dsp:txXfrm>
        <a:off x="2905425" y="2870481"/>
        <a:ext cx="2418750" cy="720000"/>
      </dsp:txXfrm>
    </dsp:sp>
    <dsp:sp modelId="{60085D41-9374-4948-8D75-4ED7202912D6}">
      <dsp:nvSpPr>
        <dsp:cNvPr id="0" name=""/>
        <dsp:cNvSpPr/>
      </dsp:nvSpPr>
      <dsp:spPr>
        <a:xfrm>
          <a:off x="6219112" y="935481"/>
          <a:ext cx="1475437" cy="14754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74E71F-7EC6-46A0-9C2D-B912A5F7C1E7}">
      <dsp:nvSpPr>
        <dsp:cNvPr id="0" name=""/>
        <dsp:cNvSpPr/>
      </dsp:nvSpPr>
      <dsp:spPr>
        <a:xfrm>
          <a:off x="6533550" y="1249919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6C41A-02D0-42C8-8B2E-A23F0B38C65B}">
      <dsp:nvSpPr>
        <dsp:cNvPr id="0" name=""/>
        <dsp:cNvSpPr/>
      </dsp:nvSpPr>
      <dsp:spPr>
        <a:xfrm>
          <a:off x="5747456" y="287048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Legally compliant, auditable digital services</a:t>
          </a:r>
        </a:p>
      </dsp:txBody>
      <dsp:txXfrm>
        <a:off x="5747456" y="2870481"/>
        <a:ext cx="241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C9AF4-8218-4148-A270-234E15646F4E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969B8-9910-41B8-A4BA-25ADBA9FE072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95767-126E-4BA1-853D-C5C78A725D8C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Over 344 services assessed across MDAs</a:t>
          </a:r>
        </a:p>
      </dsp:txBody>
      <dsp:txXfrm>
        <a:off x="1339618" y="2288"/>
        <a:ext cx="3433549" cy="1159843"/>
      </dsp:txXfrm>
    </dsp:sp>
    <dsp:sp modelId="{D9B89190-62D8-4B4C-93AB-DD8DBCD2DCB0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908E62-4D8F-4BB1-B2CE-A1BCE3FD94D8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C3BAF-077E-41E7-B2BF-045E3D06917F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&lt;25% end-to-end digital services</a:t>
          </a:r>
        </a:p>
      </dsp:txBody>
      <dsp:txXfrm>
        <a:off x="1339618" y="1452092"/>
        <a:ext cx="3433549" cy="1159843"/>
      </dsp:txXfrm>
    </dsp:sp>
    <dsp:sp modelId="{EB7CE30A-B880-4F96-B6D5-B59B258E1FF3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9444E8-ABFF-4BC2-94EB-9E778551B5E2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11C85-9C85-4A4B-B572-11482B0C1ABD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Records management lowest maturity pillar</a:t>
          </a:r>
        </a:p>
      </dsp:txBody>
      <dsp:txXfrm>
        <a:off x="1339618" y="2901896"/>
        <a:ext cx="3433549" cy="1159843"/>
      </dsp:txXfrm>
    </dsp:sp>
    <dsp:sp modelId="{D0526CC5-4CAC-4981-9571-FB81C938CACB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BE90B-F946-447A-96B4-DBA565E91158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08C019-B3C1-4A05-8E5D-00159F01F593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Uneven institutional capability</a:t>
          </a:r>
        </a:p>
      </dsp:txBody>
      <dsp:txXfrm>
        <a:off x="1339618" y="4351700"/>
        <a:ext cx="3433549" cy="11598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EEBF4-9685-49C9-AECA-481B1EDBEF71}">
      <dsp:nvSpPr>
        <dsp:cNvPr id="0" name=""/>
        <dsp:cNvSpPr/>
      </dsp:nvSpPr>
      <dsp:spPr>
        <a:xfrm>
          <a:off x="0" y="2258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3A738C-47D9-4F94-8CEC-C000A98AFDE2}">
      <dsp:nvSpPr>
        <dsp:cNvPr id="0" name=""/>
        <dsp:cNvSpPr/>
      </dsp:nvSpPr>
      <dsp:spPr>
        <a:xfrm>
          <a:off x="346197" y="259760"/>
          <a:ext cx="629450" cy="6294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47270-80FE-49D1-95D1-F81A56A3E7E5}">
      <dsp:nvSpPr>
        <dsp:cNvPr id="0" name=""/>
        <dsp:cNvSpPr/>
      </dsp:nvSpPr>
      <dsp:spPr>
        <a:xfrm>
          <a:off x="1321846" y="2258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50–55% hybrid services</a:t>
          </a:r>
        </a:p>
      </dsp:txBody>
      <dsp:txXfrm>
        <a:off x="1321846" y="2258"/>
        <a:ext cx="3801079" cy="1144455"/>
      </dsp:txXfrm>
    </dsp:sp>
    <dsp:sp modelId="{C17C62C7-E020-4D32-AA80-DDF6857AD858}">
      <dsp:nvSpPr>
        <dsp:cNvPr id="0" name=""/>
        <dsp:cNvSpPr/>
      </dsp:nvSpPr>
      <dsp:spPr>
        <a:xfrm>
          <a:off x="0" y="1432827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56E1BE-F73E-4527-81C1-6B23047D53C0}">
      <dsp:nvSpPr>
        <dsp:cNvPr id="0" name=""/>
        <dsp:cNvSpPr/>
      </dsp:nvSpPr>
      <dsp:spPr>
        <a:xfrm>
          <a:off x="346197" y="1690330"/>
          <a:ext cx="629450" cy="6294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1BE83-50E2-4FF5-9906-93174CD42342}">
      <dsp:nvSpPr>
        <dsp:cNvPr id="0" name=""/>
        <dsp:cNvSpPr/>
      </dsp:nvSpPr>
      <dsp:spPr>
        <a:xfrm>
          <a:off x="1321846" y="1432827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20–25% manual services</a:t>
          </a:r>
        </a:p>
      </dsp:txBody>
      <dsp:txXfrm>
        <a:off x="1321846" y="1432827"/>
        <a:ext cx="3801079" cy="1144455"/>
      </dsp:txXfrm>
    </dsp:sp>
    <dsp:sp modelId="{4B648E5E-C011-4405-8E1B-06D33294D695}">
      <dsp:nvSpPr>
        <dsp:cNvPr id="0" name=""/>
        <dsp:cNvSpPr/>
      </dsp:nvSpPr>
      <dsp:spPr>
        <a:xfrm>
          <a:off x="0" y="2863396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FDE666-3ECF-4E64-B3E6-F1848731EE7C}">
      <dsp:nvSpPr>
        <dsp:cNvPr id="0" name=""/>
        <dsp:cNvSpPr/>
      </dsp:nvSpPr>
      <dsp:spPr>
        <a:xfrm>
          <a:off x="346197" y="3120899"/>
          <a:ext cx="629450" cy="6294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CD4AD-B125-4696-BBB3-384C2878CA71}">
      <dsp:nvSpPr>
        <dsp:cNvPr id="0" name=""/>
        <dsp:cNvSpPr/>
      </dsp:nvSpPr>
      <dsp:spPr>
        <a:xfrm>
          <a:off x="1321846" y="2863396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High concentration of high-impact services</a:t>
          </a:r>
        </a:p>
      </dsp:txBody>
      <dsp:txXfrm>
        <a:off x="1321846" y="2863396"/>
        <a:ext cx="3801079" cy="1144455"/>
      </dsp:txXfrm>
    </dsp:sp>
    <dsp:sp modelId="{CD3FDA50-4551-4B9F-81B6-3815DCCE0940}">
      <dsp:nvSpPr>
        <dsp:cNvPr id="0" name=""/>
        <dsp:cNvSpPr/>
      </dsp:nvSpPr>
      <dsp:spPr>
        <a:xfrm>
          <a:off x="0" y="4293966"/>
          <a:ext cx="5122926" cy="11444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3F8B39-83A0-4FC5-9AA0-AB642EBA9E1E}">
      <dsp:nvSpPr>
        <dsp:cNvPr id="0" name=""/>
        <dsp:cNvSpPr/>
      </dsp:nvSpPr>
      <dsp:spPr>
        <a:xfrm>
          <a:off x="346197" y="4551468"/>
          <a:ext cx="629450" cy="6294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8A306-9B6B-40F9-B339-3DE920855CA5}">
      <dsp:nvSpPr>
        <dsp:cNvPr id="0" name=""/>
        <dsp:cNvSpPr/>
      </dsp:nvSpPr>
      <dsp:spPr>
        <a:xfrm>
          <a:off x="1321846" y="4293966"/>
          <a:ext cx="3801079" cy="1144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121122" rIns="121122" bIns="121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Major bottlenecks: approvals, duplication, tracking</a:t>
          </a:r>
        </a:p>
      </dsp:txBody>
      <dsp:txXfrm>
        <a:off x="1321846" y="4293966"/>
        <a:ext cx="3801079" cy="11444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CD022E-7977-A44D-BEB2-9A011550D739}">
      <dsp:nvSpPr>
        <dsp:cNvPr id="0" name=""/>
        <dsp:cNvSpPr/>
      </dsp:nvSpPr>
      <dsp:spPr>
        <a:xfrm>
          <a:off x="0" y="403478"/>
          <a:ext cx="4697730" cy="4697730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A509BD-8011-5949-A739-C8A596E08CBB}">
      <dsp:nvSpPr>
        <dsp:cNvPr id="0" name=""/>
        <dsp:cNvSpPr/>
      </dsp:nvSpPr>
      <dsp:spPr>
        <a:xfrm>
          <a:off x="446284" y="849763"/>
          <a:ext cx="1832114" cy="18321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Registry-centric government model</a:t>
          </a:r>
        </a:p>
      </dsp:txBody>
      <dsp:txXfrm>
        <a:off x="535720" y="939199"/>
        <a:ext cx="1653242" cy="1653242"/>
      </dsp:txXfrm>
    </dsp:sp>
    <dsp:sp modelId="{A3D963B2-A8FC-954A-8FD7-BFDF4E227FD2}">
      <dsp:nvSpPr>
        <dsp:cNvPr id="0" name=""/>
        <dsp:cNvSpPr/>
      </dsp:nvSpPr>
      <dsp:spPr>
        <a:xfrm>
          <a:off x="2419330" y="849763"/>
          <a:ext cx="1832114" cy="1832114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Records-by-design architecture</a:t>
          </a:r>
        </a:p>
      </dsp:txBody>
      <dsp:txXfrm>
        <a:off x="2508766" y="939199"/>
        <a:ext cx="1653242" cy="1653242"/>
      </dsp:txXfrm>
    </dsp:sp>
    <dsp:sp modelId="{23F864EC-D12E-9845-9B04-4E0F0EB8CF46}">
      <dsp:nvSpPr>
        <dsp:cNvPr id="0" name=""/>
        <dsp:cNvSpPr/>
      </dsp:nvSpPr>
      <dsp:spPr>
        <a:xfrm>
          <a:off x="446284" y="2822809"/>
          <a:ext cx="1832114" cy="1832114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Interoperability-by-design (GIF)</a:t>
          </a:r>
        </a:p>
      </dsp:txBody>
      <dsp:txXfrm>
        <a:off x="535720" y="2912245"/>
        <a:ext cx="1653242" cy="1653242"/>
      </dsp:txXfrm>
    </dsp:sp>
    <dsp:sp modelId="{F8705705-F072-6A45-8874-38B6E153CE22}">
      <dsp:nvSpPr>
        <dsp:cNvPr id="0" name=""/>
        <dsp:cNvSpPr/>
      </dsp:nvSpPr>
      <dsp:spPr>
        <a:xfrm>
          <a:off x="2419330" y="2822809"/>
          <a:ext cx="1832114" cy="183211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Automation through workflow orchestration</a:t>
          </a:r>
        </a:p>
      </dsp:txBody>
      <dsp:txXfrm>
        <a:off x="2508766" y="2912245"/>
        <a:ext cx="1653242" cy="16532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D1016-4765-3842-89F7-52757A79F169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5752F-8987-2C42-9A62-E902FDBDD32A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Central: Multi-Agency Technical Committee (MATC)</a:t>
          </a:r>
        </a:p>
      </dsp:txBody>
      <dsp:txXfrm>
        <a:off x="590191" y="770569"/>
        <a:ext cx="1821339" cy="1821339"/>
      </dsp:txXfrm>
    </dsp:sp>
    <dsp:sp modelId="{46EBCAD0-24A1-C448-BE59-2D991DD9395F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Sector: Digital Transformation Working Groups</a:t>
          </a:r>
        </a:p>
      </dsp:txBody>
      <dsp:txXfrm>
        <a:off x="2763852" y="770569"/>
        <a:ext cx="1821339" cy="1821339"/>
      </dsp:txXfrm>
    </dsp:sp>
    <dsp:sp modelId="{BC2AC381-C91B-2949-962B-9CDF0F908955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MDA: Coordination Cells</a:t>
          </a:r>
        </a:p>
      </dsp:txBody>
      <dsp:txXfrm>
        <a:off x="590191" y="2944231"/>
        <a:ext cx="1821339" cy="1821339"/>
      </dsp:txXfrm>
    </dsp:sp>
    <dsp:sp modelId="{11D60960-03D6-F14A-AA74-C52E0C2B8AB4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Clear accountability and enforcement</a:t>
          </a:r>
        </a:p>
      </dsp:txBody>
      <dsp:txXfrm>
        <a:off x="2763852" y="2944231"/>
        <a:ext cx="1821339" cy="18213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8FBDC0-E256-7F43-8BB9-4D8A8D003191}">
      <dsp:nvSpPr>
        <dsp:cNvPr id="0" name=""/>
        <dsp:cNvSpPr/>
      </dsp:nvSpPr>
      <dsp:spPr>
        <a:xfrm>
          <a:off x="0" y="66801"/>
          <a:ext cx="8229600" cy="1007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Architecture compliance gates</a:t>
          </a:r>
        </a:p>
      </dsp:txBody>
      <dsp:txXfrm>
        <a:off x="49176" y="115977"/>
        <a:ext cx="8131248" cy="909018"/>
      </dsp:txXfrm>
    </dsp:sp>
    <dsp:sp modelId="{77CED06B-0DD8-214A-AD11-EBB85CA4ACD3}">
      <dsp:nvSpPr>
        <dsp:cNvPr id="0" name=""/>
        <dsp:cNvSpPr/>
      </dsp:nvSpPr>
      <dsp:spPr>
        <a:xfrm>
          <a:off x="0" y="1195131"/>
          <a:ext cx="8229600" cy="1007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Data protection and DPIA checks</a:t>
          </a:r>
        </a:p>
      </dsp:txBody>
      <dsp:txXfrm>
        <a:off x="49176" y="1244307"/>
        <a:ext cx="8131248" cy="909018"/>
      </dsp:txXfrm>
    </dsp:sp>
    <dsp:sp modelId="{048173B1-DB7A-4749-A4EF-FC9AA0D9D29A}">
      <dsp:nvSpPr>
        <dsp:cNvPr id="0" name=""/>
        <dsp:cNvSpPr/>
      </dsp:nvSpPr>
      <dsp:spPr>
        <a:xfrm>
          <a:off x="0" y="2323461"/>
          <a:ext cx="8229600" cy="1007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Cybersecurity baseline enforcement</a:t>
          </a:r>
        </a:p>
      </dsp:txBody>
      <dsp:txXfrm>
        <a:off x="49176" y="2372637"/>
        <a:ext cx="8131248" cy="909018"/>
      </dsp:txXfrm>
    </dsp:sp>
    <dsp:sp modelId="{9CF3BE7C-7229-C643-8FB3-769BFB5D994D}">
      <dsp:nvSpPr>
        <dsp:cNvPr id="0" name=""/>
        <dsp:cNvSpPr/>
      </dsp:nvSpPr>
      <dsp:spPr>
        <a:xfrm>
          <a:off x="0" y="3451791"/>
          <a:ext cx="8229600" cy="1007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Records compliance validation</a:t>
          </a:r>
        </a:p>
      </dsp:txBody>
      <dsp:txXfrm>
        <a:off x="49176" y="3500967"/>
        <a:ext cx="8131248" cy="90901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8DC4F-E22F-3D43-9CDC-C2C721552077}">
      <dsp:nvSpPr>
        <dsp:cNvPr id="0" name=""/>
        <dsp:cNvSpPr/>
      </dsp:nvSpPr>
      <dsp:spPr>
        <a:xfrm>
          <a:off x="631" y="1166557"/>
          <a:ext cx="2463866" cy="147832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Need: institutional constraints</a:t>
          </a:r>
        </a:p>
      </dsp:txBody>
      <dsp:txXfrm>
        <a:off x="631" y="1166557"/>
        <a:ext cx="2463866" cy="1478320"/>
      </dsp:txXfrm>
    </dsp:sp>
    <dsp:sp modelId="{7752CEA0-BD37-4F4B-83DB-386D4C09A0D0}">
      <dsp:nvSpPr>
        <dsp:cNvPr id="0" name=""/>
        <dsp:cNvSpPr/>
      </dsp:nvSpPr>
      <dsp:spPr>
        <a:xfrm>
          <a:off x="2710885" y="1166557"/>
          <a:ext cx="2463866" cy="147832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Impact: citizen and economic value</a:t>
          </a:r>
        </a:p>
      </dsp:txBody>
      <dsp:txXfrm>
        <a:off x="2710885" y="1166557"/>
        <a:ext cx="2463866" cy="1478320"/>
      </dsp:txXfrm>
    </dsp:sp>
    <dsp:sp modelId="{5A04F7B3-78E2-1D47-B074-E279BCD1B1DB}">
      <dsp:nvSpPr>
        <dsp:cNvPr id="0" name=""/>
        <dsp:cNvSpPr/>
      </dsp:nvSpPr>
      <dsp:spPr>
        <a:xfrm>
          <a:off x="631" y="2891263"/>
          <a:ext cx="2463866" cy="147832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Feasibility: readiness and delivery risk</a:t>
          </a:r>
        </a:p>
      </dsp:txBody>
      <dsp:txXfrm>
        <a:off x="631" y="2891263"/>
        <a:ext cx="2463866" cy="1478320"/>
      </dsp:txXfrm>
    </dsp:sp>
    <dsp:sp modelId="{0EE8779E-7ADE-4541-BD9A-B68434401DFB}">
      <dsp:nvSpPr>
        <dsp:cNvPr id="0" name=""/>
        <dsp:cNvSpPr/>
      </dsp:nvSpPr>
      <dsp:spPr>
        <a:xfrm>
          <a:off x="2710885" y="2891263"/>
          <a:ext cx="2463866" cy="147832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Weighted and validated scoring</a:t>
          </a:r>
        </a:p>
      </dsp:txBody>
      <dsp:txXfrm>
        <a:off x="2710885" y="2891263"/>
        <a:ext cx="2463866" cy="147832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F5076-86F0-431B-8583-E33632634896}">
      <dsp:nvSpPr>
        <dsp:cNvPr id="0" name=""/>
        <dsp:cNvSpPr/>
      </dsp:nvSpPr>
      <dsp:spPr>
        <a:xfrm>
          <a:off x="1235856" y="394865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CC013-4F88-4604-888C-A9D0B2366D46}">
      <dsp:nvSpPr>
        <dsp:cNvPr id="0" name=""/>
        <dsp:cNvSpPr/>
      </dsp:nvSpPr>
      <dsp:spPr>
        <a:xfrm>
          <a:off x="831251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Registration and licensing</a:t>
          </a:r>
        </a:p>
      </dsp:txBody>
      <dsp:txXfrm>
        <a:off x="831251" y="1306405"/>
        <a:ext cx="1471289" cy="588515"/>
      </dsp:txXfrm>
    </dsp:sp>
    <dsp:sp modelId="{FF32C36A-F066-4B2F-BDD4-58785A40BB98}">
      <dsp:nvSpPr>
        <dsp:cNvPr id="0" name=""/>
        <dsp:cNvSpPr/>
      </dsp:nvSpPr>
      <dsp:spPr>
        <a:xfrm>
          <a:off x="2964621" y="394865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015DF-29D0-49DA-9B77-82D15E41DA16}">
      <dsp:nvSpPr>
        <dsp:cNvPr id="0" name=""/>
        <dsp:cNvSpPr/>
      </dsp:nvSpPr>
      <dsp:spPr>
        <a:xfrm>
          <a:off x="2560016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Case management</a:t>
          </a:r>
        </a:p>
      </dsp:txBody>
      <dsp:txXfrm>
        <a:off x="2560016" y="1306405"/>
        <a:ext cx="1471289" cy="588515"/>
      </dsp:txXfrm>
    </dsp:sp>
    <dsp:sp modelId="{A217D467-8B9A-4A9C-9DC2-8F2C5FB12355}">
      <dsp:nvSpPr>
        <dsp:cNvPr id="0" name=""/>
        <dsp:cNvSpPr/>
      </dsp:nvSpPr>
      <dsp:spPr>
        <a:xfrm>
          <a:off x="4693385" y="394865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21FEC-7146-4AFF-A557-C605114AAF2C}">
      <dsp:nvSpPr>
        <dsp:cNvPr id="0" name=""/>
        <dsp:cNvSpPr/>
      </dsp:nvSpPr>
      <dsp:spPr>
        <a:xfrm>
          <a:off x="4288781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Payments and receipting</a:t>
          </a:r>
        </a:p>
      </dsp:txBody>
      <dsp:txXfrm>
        <a:off x="4288781" y="1306405"/>
        <a:ext cx="1471289" cy="588515"/>
      </dsp:txXfrm>
    </dsp:sp>
    <dsp:sp modelId="{261BD120-CFE6-4617-8DB6-5CE8C466DD43}">
      <dsp:nvSpPr>
        <dsp:cNvPr id="0" name=""/>
        <dsp:cNvSpPr/>
      </dsp:nvSpPr>
      <dsp:spPr>
        <a:xfrm>
          <a:off x="6422150" y="394865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69D6B-391D-4150-BA06-97112D6F5385}">
      <dsp:nvSpPr>
        <dsp:cNvPr id="0" name=""/>
        <dsp:cNvSpPr/>
      </dsp:nvSpPr>
      <dsp:spPr>
        <a:xfrm>
          <a:off x="6017545" y="1306405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Records modernisation</a:t>
          </a:r>
        </a:p>
      </dsp:txBody>
      <dsp:txXfrm>
        <a:off x="6017545" y="1306405"/>
        <a:ext cx="1471289" cy="588515"/>
      </dsp:txXfrm>
    </dsp:sp>
    <dsp:sp modelId="{3FC6DCA4-E80A-4ABE-BB42-C2C3CC5EB875}">
      <dsp:nvSpPr>
        <dsp:cNvPr id="0" name=""/>
        <dsp:cNvSpPr/>
      </dsp:nvSpPr>
      <dsp:spPr>
        <a:xfrm>
          <a:off x="3829003" y="2262743"/>
          <a:ext cx="662080" cy="6620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1B211-F205-4501-92EF-9971BE64589D}">
      <dsp:nvSpPr>
        <dsp:cNvPr id="0" name=""/>
        <dsp:cNvSpPr/>
      </dsp:nvSpPr>
      <dsp:spPr>
        <a:xfrm>
          <a:off x="3424398" y="3174283"/>
          <a:ext cx="1471289" cy="58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Validation and verification services</a:t>
          </a:r>
        </a:p>
      </dsp:txBody>
      <dsp:txXfrm>
        <a:off x="3424398" y="3174283"/>
        <a:ext cx="1471289" cy="58851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D683FE-540F-E84E-9C13-20FB82A46517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7E71F-3182-1D46-8E72-20189B6A82B1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Phase I: Stabilisation (0–6 months)</a:t>
          </a:r>
        </a:p>
      </dsp:txBody>
      <dsp:txXfrm>
        <a:off x="0" y="0"/>
        <a:ext cx="5175384" cy="1384035"/>
      </dsp:txXfrm>
    </dsp:sp>
    <dsp:sp modelId="{A84BA64F-CE91-EB4B-B95B-2BAF6529FD2E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90FCD-C598-B44C-9043-C755E80C7B35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Phase II: Scale (6–18 months)</a:t>
          </a:r>
        </a:p>
      </dsp:txBody>
      <dsp:txXfrm>
        <a:off x="0" y="1384035"/>
        <a:ext cx="5175384" cy="1384035"/>
      </dsp:txXfrm>
    </dsp:sp>
    <dsp:sp modelId="{E0ABFAC4-B7C6-CF41-8BC1-A4509D4B607A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55343-BDC2-8D41-A0A7-7496F49DDA66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Phase III: Optimisation (18+ months)</a:t>
          </a:r>
        </a:p>
      </dsp:txBody>
      <dsp:txXfrm>
        <a:off x="0" y="2768070"/>
        <a:ext cx="5175384" cy="1384035"/>
      </dsp:txXfrm>
    </dsp:sp>
    <dsp:sp modelId="{A69DFB83-A56F-0745-9ECE-FDC3127F30F4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74E83-E6D2-1A45-9560-295FD7FBD0F4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Decision-gate controlled progression</a:t>
          </a:r>
        </a:p>
      </dsp:txBody>
      <dsp:txXfrm>
        <a:off x="0" y="4152105"/>
        <a:ext cx="5175384" cy="138403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47018-0276-4CBC-87E6-F963E379B40C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991AE5-2EFE-41C0-933E-F35D055933BB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EFA62-23B5-40F2-8BAA-FB5D683F262F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Digital Maturity Index (DMI)</a:t>
          </a:r>
        </a:p>
      </dsp:txBody>
      <dsp:txXfrm>
        <a:off x="25435" y="2456402"/>
        <a:ext cx="1800000" cy="720000"/>
      </dsp:txXfrm>
    </dsp:sp>
    <dsp:sp modelId="{86CE1AA8-2EF3-4499-9F2F-340E37629E9D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817A9-7F7A-4058-81A7-9957BABF38F1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DB138-8F13-4247-BC54-FBB7951BA701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Service performance indicators</a:t>
          </a:r>
        </a:p>
      </dsp:txBody>
      <dsp:txXfrm>
        <a:off x="2140435" y="2456402"/>
        <a:ext cx="1800000" cy="720000"/>
      </dsp:txXfrm>
    </dsp:sp>
    <dsp:sp modelId="{75EF5F32-02BA-4286-80AD-6BDC20AE165E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7567B4-A905-4BFB-9940-3FEAFEC5844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BB22C-89FB-49D1-A068-117A46B807EC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Architecture compliance tracking</a:t>
          </a:r>
        </a:p>
      </dsp:txBody>
      <dsp:txXfrm>
        <a:off x="4255435" y="2456402"/>
        <a:ext cx="1800000" cy="720000"/>
      </dsp:txXfrm>
    </dsp:sp>
    <dsp:sp modelId="{D66DB911-EF2F-47C3-AC46-73D3F38B2832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6F16F-E702-425E-82ED-0F52C47F7443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D746D-5A7F-4B6B-9077-1ED86F57BE04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Risk and escalation thresholds</a:t>
          </a:r>
        </a:p>
      </dsp:txBody>
      <dsp:txXfrm>
        <a:off x="6370435" y="2456402"/>
        <a:ext cx="180000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3AC4A9-C41A-485D-8AE1-A26A992D7428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9CDA2-44FC-4AE1-B873-DD1A9BB60B06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5260F-7577-41AF-95D6-FB747996311F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Institutional resistance</a:t>
          </a:r>
        </a:p>
      </dsp:txBody>
      <dsp:txXfrm>
        <a:off x="25435" y="2456402"/>
        <a:ext cx="1800000" cy="720000"/>
      </dsp:txXfrm>
    </dsp:sp>
    <dsp:sp modelId="{0664A850-06D0-4BAC-8C44-AB2E89CB4294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FE4D21-3CC6-4BEE-9F61-E3BCEF147993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9016B-970E-49B9-8284-54BEB4107EEC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Capacity constraints</a:t>
          </a:r>
        </a:p>
      </dsp:txBody>
      <dsp:txXfrm>
        <a:off x="2140435" y="2456402"/>
        <a:ext cx="1800000" cy="720000"/>
      </dsp:txXfrm>
    </dsp:sp>
    <dsp:sp modelId="{521EEBFC-CFDB-444A-B4E7-40535C4984C5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D58F47-7E86-4816-9B6B-89BC198D755F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6F27E-0346-4646-A3F6-4D0CE72FC524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Cybersecurity risks</a:t>
          </a:r>
        </a:p>
      </dsp:txBody>
      <dsp:txXfrm>
        <a:off x="4255435" y="2456402"/>
        <a:ext cx="1800000" cy="720000"/>
      </dsp:txXfrm>
    </dsp:sp>
    <dsp:sp modelId="{FA69D221-4BC7-4A2D-B131-9B40611D4E2B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99B38B-A961-4246-8DBC-30B81B442370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FED13-8967-4A4E-BBED-8D4B4D20DB27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Mitigation through governance and phasing</a:t>
          </a:r>
        </a:p>
      </dsp:txBody>
      <dsp:txXfrm>
        <a:off x="6370435" y="2456402"/>
        <a:ext cx="180000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628A13-6B22-466D-8C20-6171F5FB9326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8A830-6B25-4B74-B126-EB5CC4EFC149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39DCB4-7E76-45A1-A87F-365D37CAAD35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Improved service efficiency and access</a:t>
          </a:r>
        </a:p>
      </dsp:txBody>
      <dsp:txXfrm>
        <a:off x="1428292" y="2439"/>
        <a:ext cx="3297908" cy="1236616"/>
      </dsp:txXfrm>
    </dsp:sp>
    <dsp:sp modelId="{16D4DD3F-63F9-450B-AB00-9B66FCE6148C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F5AE24-4515-470B-A9EB-8679585ECA0F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B8825-BF1E-4385-A582-C46F481DAD5B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Reduced costs and duplication</a:t>
          </a:r>
        </a:p>
      </dsp:txBody>
      <dsp:txXfrm>
        <a:off x="1428292" y="1548210"/>
        <a:ext cx="3297908" cy="1236616"/>
      </dsp:txXfrm>
    </dsp:sp>
    <dsp:sp modelId="{25780573-1D19-41E0-8262-F1F9578F6FDD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F1857-AE7C-45BC-93E1-6265100E8A0D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812B8C-9630-4CA4-8280-4575DDAF96CA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Enhanced transparency and accountability</a:t>
          </a:r>
        </a:p>
      </dsp:txBody>
      <dsp:txXfrm>
        <a:off x="1428292" y="3093981"/>
        <a:ext cx="3297908" cy="1236616"/>
      </dsp:txXfrm>
    </dsp:sp>
    <dsp:sp modelId="{F9B3C87E-46EE-4F7F-A520-194F9DE2E18C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4FAD3-607B-41B5-818F-F7452C12EABC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35BFB-DE7F-4B37-8569-CE5B6568FDDD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Increased citizen trust</a:t>
          </a:r>
        </a:p>
      </dsp:txBody>
      <dsp:txXfrm>
        <a:off x="1428292" y="4639752"/>
        <a:ext cx="3297908" cy="123661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D33AF-4163-4D74-9164-E69C973D9163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1AD57-BE35-4302-AD67-94C2EC50DE0A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From fragmented digitisation to coordinated transformation</a:t>
          </a:r>
        </a:p>
      </dsp:txBody>
      <dsp:txXfrm>
        <a:off x="85060" y="2776702"/>
        <a:ext cx="3690000" cy="720000"/>
      </dsp:txXfrm>
    </dsp:sp>
    <dsp:sp modelId="{0C1CD9CE-698D-47F7-AA38-E6857BDB7350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4A960-4E14-4E02-93F8-95CDEB0AFF52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Sustainable and scalable digital government</a:t>
          </a:r>
        </a:p>
      </dsp:txBody>
      <dsp:txXfrm>
        <a:off x="4420810" y="2776702"/>
        <a:ext cx="369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800"/>
              <a:t>Government Digitisation &amp; Automation Reform Programme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514052"/>
            <a:ext cx="6858000" cy="65191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 dirty="0"/>
              <a:t>Enterprise Architecture | Governance | Implementation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Executive Message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40A9CF-7752-6F28-6389-ACB7B58125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336118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3B23D2-1D3D-82A6-299A-4EBD3DD0A2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Reform Vision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E5FF76-5313-3358-B7DF-4F869EBF29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GB" sz="3500"/>
              <a:t>Key Diagnostics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2A3FE5-7F31-29D0-2C1E-86469DC589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418170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n-GB" sz="2800"/>
              <a:t>Service Landscape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78A759-D10D-5204-538C-6B839D54CA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8574764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GB" sz="3500"/>
              <a:t>Strategic Reform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437D9C-B11A-9CD2-86B6-A9B8C4F1F4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956523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3600"/>
              <a:t>Governance Model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841AC7-42BF-A13C-C56D-682F57C104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297545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Decision-Gate Governance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688FEC-A586-132C-94A1-00ADA9F070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3300"/>
              <a:t>Prioritisation Approach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FC0797-7E9C-6BFD-22B3-37C45CF71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82355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7" y="365125"/>
            <a:ext cx="8317705" cy="1325563"/>
          </a:xfrm>
        </p:spPr>
        <p:txBody>
          <a:bodyPr>
            <a:normAutofit/>
          </a:bodyPr>
          <a:lstStyle/>
          <a:p>
            <a:r>
              <a:rPr lang="en-GB" sz="3500"/>
              <a:t>Priority Focus Areas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3FAA4C-E7A8-6726-F802-E470AF3E47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965155"/>
              </p:ext>
            </p:extLst>
          </p:nvPr>
        </p:nvGraphicFramePr>
        <p:xfrm>
          <a:off x="410766" y="2133600"/>
          <a:ext cx="8320087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Digitisation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Enterprise EDRMS deployment</a:t>
            </a:r>
          </a:p>
          <a:p>
            <a:r>
              <a:rPr dirty="0" err="1"/>
              <a:t>Digitisation</a:t>
            </a:r>
            <a:r>
              <a:rPr dirty="0"/>
              <a:t> pipeline and QA</a:t>
            </a:r>
          </a:p>
          <a:p>
            <a:r>
              <a:rPr dirty="0"/>
              <a:t>Metadata and classification standards</a:t>
            </a:r>
          </a:p>
          <a:p>
            <a:r>
              <a:rPr dirty="0"/>
              <a:t>Lifecycle records governance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0CA116-5EC3-5F63-267B-42EA69D1888B}"/>
              </a:ext>
            </a:extLst>
          </p:cNvPr>
          <p:cNvSpPr txBox="1"/>
          <p:nvPr/>
        </p:nvSpPr>
        <p:spPr>
          <a:xfrm>
            <a:off x="541421" y="4380637"/>
            <a:ext cx="3910263" cy="17543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DIGITISATION VISION AND PRINCIPLES</a:t>
            </a:r>
          </a:p>
          <a:p>
            <a:r>
              <a:rPr lang="en-GB" dirty="0"/>
              <a:t>Service-Centric Digitisation</a:t>
            </a:r>
          </a:p>
          <a:p>
            <a:r>
              <a:rPr lang="en-GB" dirty="0"/>
              <a:t>Registry-Centric Government</a:t>
            </a:r>
          </a:p>
          <a:p>
            <a:r>
              <a:rPr lang="en-GB" dirty="0"/>
              <a:t>Records-by-Design</a:t>
            </a:r>
          </a:p>
          <a:p>
            <a:r>
              <a:rPr lang="en-GB" dirty="0"/>
              <a:t>Interoperability-by-Design</a:t>
            </a:r>
          </a:p>
          <a:p>
            <a:r>
              <a:rPr lang="en-GB" dirty="0"/>
              <a:t>Phased and Risk-Aware Conversion</a:t>
            </a:r>
            <a:endParaRPr lang="en-K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C98E2-1097-64DE-3B39-F4BFC50512FB}"/>
              </a:ext>
            </a:extLst>
          </p:cNvPr>
          <p:cNvSpPr txBox="1"/>
          <p:nvPr/>
        </p:nvSpPr>
        <p:spPr>
          <a:xfrm>
            <a:off x="4668253" y="4371837"/>
            <a:ext cx="3934326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TARGET DIGITIZED STATE (TO-BE)</a:t>
            </a:r>
          </a:p>
          <a:p>
            <a:r>
              <a:rPr lang="en-GB" dirty="0"/>
              <a:t>Business Architecture</a:t>
            </a:r>
          </a:p>
          <a:p>
            <a:r>
              <a:rPr lang="en-GB" dirty="0"/>
              <a:t>Data Architecture</a:t>
            </a:r>
          </a:p>
          <a:p>
            <a:r>
              <a:rPr lang="en-GB" dirty="0"/>
              <a:t>Records Architecture</a:t>
            </a:r>
          </a:p>
          <a:p>
            <a:r>
              <a:rPr lang="en-GB" dirty="0"/>
              <a:t>Application and Integration Foundations</a:t>
            </a:r>
          </a:p>
          <a:p>
            <a:r>
              <a:rPr lang="en-GB" dirty="0"/>
              <a:t>Security and Privacy Controls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Workflow orchestration engines</a:t>
            </a:r>
          </a:p>
          <a:p>
            <a:r>
              <a:rPr dirty="0"/>
              <a:t>Rule-based decision systems</a:t>
            </a:r>
          </a:p>
          <a:p>
            <a:r>
              <a:rPr dirty="0"/>
              <a:t>API-driven integration</a:t>
            </a:r>
          </a:p>
          <a:p>
            <a:r>
              <a:rPr dirty="0"/>
              <a:t>End-to-end service automation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1267E6-29FA-06F3-072A-5FEEB69A465A}"/>
              </a:ext>
            </a:extLst>
          </p:cNvPr>
          <p:cNvSpPr txBox="1"/>
          <p:nvPr/>
        </p:nvSpPr>
        <p:spPr>
          <a:xfrm>
            <a:off x="541421" y="4380637"/>
            <a:ext cx="3934326" cy="17543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AUTOMATION VISION AND PRINCIPLES</a:t>
            </a:r>
          </a:p>
          <a:p>
            <a:r>
              <a:rPr lang="en-GB" dirty="0"/>
              <a:t>Service-Orchestrated Government</a:t>
            </a:r>
          </a:p>
          <a:p>
            <a:r>
              <a:rPr lang="en-GB" dirty="0"/>
              <a:t>Rules-Based Decisioning</a:t>
            </a:r>
          </a:p>
          <a:p>
            <a:r>
              <a:rPr lang="en-GB" dirty="0"/>
              <a:t>Human-in-the-Loop Governance</a:t>
            </a:r>
          </a:p>
          <a:p>
            <a:r>
              <a:rPr lang="en-GB" dirty="0"/>
              <a:t>Interoperability-Driven Automation</a:t>
            </a:r>
          </a:p>
          <a:p>
            <a:r>
              <a:rPr lang="en-GB" dirty="0"/>
              <a:t>Risk-Aware Automation</a:t>
            </a:r>
            <a:endParaRPr lang="en-K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59CF3-004A-6233-E1D2-2091D4A4C24F}"/>
              </a:ext>
            </a:extLst>
          </p:cNvPr>
          <p:cNvSpPr txBox="1"/>
          <p:nvPr/>
        </p:nvSpPr>
        <p:spPr>
          <a:xfrm>
            <a:off x="4668253" y="4371837"/>
            <a:ext cx="3934326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TARGET AUTOMATED STATE (TO-BE)</a:t>
            </a:r>
          </a:p>
          <a:p>
            <a:r>
              <a:rPr lang="en-GB" dirty="0"/>
              <a:t>Business Architecture</a:t>
            </a:r>
          </a:p>
          <a:p>
            <a:r>
              <a:rPr lang="en-GB" dirty="0"/>
              <a:t>Decision Automation Architecture</a:t>
            </a:r>
          </a:p>
          <a:p>
            <a:r>
              <a:rPr lang="en-GB" dirty="0"/>
              <a:t>Workflow Orchestration Layer</a:t>
            </a:r>
          </a:p>
          <a:p>
            <a:r>
              <a:rPr lang="en-GB" dirty="0"/>
              <a:t>Integration Architecture</a:t>
            </a:r>
          </a:p>
          <a:p>
            <a:r>
              <a:rPr lang="en-GB" dirty="0"/>
              <a:t>Automation Governance Controls</a:t>
            </a:r>
            <a:endParaRPr lang="en-KE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2600"/>
              <a:t>Implementation Roadmap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FFB7E0-7A82-84B3-9575-406EC8ECAC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30734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Monitoring &amp; KPIs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CFD6BC7-C642-0174-D83A-ED2C3AD394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69204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Risk &amp; Mitigation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EC41ED-EF14-6C58-8AEF-D97B1A581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16757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chemeClr val="bg1"/>
                </a:solidFill>
              </a:rPr>
              <a:t>Expected Outcomes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B93513-08B9-BA8B-3A45-D306365829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24750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D2F66C-C0EB-A0AF-9E16-40519B815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873668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391</Words>
  <Application>Microsoft Macintosh PowerPoint</Application>
  <PresentationFormat>On-screen Show (4:3)</PresentationFormat>
  <Paragraphs>107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Government Digitisation &amp; Automation Reform Programme</vt:lpstr>
      <vt:lpstr>Executive Message</vt:lpstr>
      <vt:lpstr>Problem Statement</vt:lpstr>
      <vt:lpstr>Reform Vision</vt:lpstr>
      <vt:lpstr>Key Diagnostics</vt:lpstr>
      <vt:lpstr>Service Landscape</vt:lpstr>
      <vt:lpstr>Strategic Reform Architecture</vt:lpstr>
      <vt:lpstr>Governance Model</vt:lpstr>
      <vt:lpstr>Decision-Gate Governance</vt:lpstr>
      <vt:lpstr>Prioritisation Approach</vt:lpstr>
      <vt:lpstr>Priority Focus Areas</vt:lpstr>
      <vt:lpstr>Digitisation Framework</vt:lpstr>
      <vt:lpstr>Automation Framework</vt:lpstr>
      <vt:lpstr>Implementation Roadmap</vt:lpstr>
      <vt:lpstr>Monitoring &amp; KPIs</vt:lpstr>
      <vt:lpstr>Risk &amp; Mitigation</vt:lpstr>
      <vt:lpstr>Expected Outcomes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Joash Gomba</cp:lastModifiedBy>
  <cp:revision>6</cp:revision>
  <dcterms:created xsi:type="dcterms:W3CDTF">2013-01-27T09:14:16Z</dcterms:created>
  <dcterms:modified xsi:type="dcterms:W3CDTF">2026-03-26T08:34:08Z</dcterms:modified>
  <cp:category/>
</cp:coreProperties>
</file>